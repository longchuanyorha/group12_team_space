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256" r:id="rId5"/>
    <p:sldId id="269" r:id="rId6"/>
    <p:sldId id="261" r:id="rId7"/>
    <p:sldId id="276" r:id="rId8"/>
    <p:sldId id="262" r:id="rId9"/>
    <p:sldId id="277" r:id="rId10"/>
    <p:sldId id="278" r:id="rId11"/>
    <p:sldId id="279" r:id="rId12"/>
    <p:sldId id="280" r:id="rId13"/>
    <p:sldId id="264" r:id="rId14"/>
    <p:sldId id="270" r:id="rId15"/>
    <p:sldId id="265" r:id="rId16"/>
    <p:sldId id="271" r:id="rId17"/>
    <p:sldId id="268" r:id="rId18"/>
    <p:sldId id="272" r:id="rId19"/>
    <p:sldId id="273" r:id="rId20"/>
    <p:sldId id="275" r:id="rId21"/>
    <p:sldId id="28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CCCFF"/>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A3372F-5A39-415D-B557-A9D6B5DCD38B}" v="45" dt="2025-10-14T07:55:45.0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91" autoAdjust="0"/>
    <p:restoredTop sz="95226" autoAdjust="0"/>
  </p:normalViewPr>
  <p:slideViewPr>
    <p:cSldViewPr snapToGrid="0">
      <p:cViewPr varScale="1">
        <p:scale>
          <a:sx n="82" d="100"/>
          <a:sy n="82" d="100"/>
        </p:scale>
        <p:origin x="56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on Watson" userId="72838b88-8064-4433-b044-cb164f56bbb1" providerId="ADAL" clId="{5F750A6A-905C-4523-90E3-FE6C3704702A}"/>
    <pc:docChg chg="undo custSel addSld delSld modSld">
      <pc:chgData name="Simon Watson" userId="72838b88-8064-4433-b044-cb164f56bbb1" providerId="ADAL" clId="{5F750A6A-905C-4523-90E3-FE6C3704702A}" dt="2024-10-16T08:31:28.981" v="1768" actId="732"/>
      <pc:docMkLst>
        <pc:docMk/>
      </pc:docMkLst>
      <pc:sldChg chg="addSp modSp mod">
        <pc:chgData name="Simon Watson" userId="72838b88-8064-4433-b044-cb164f56bbb1" providerId="ADAL" clId="{5F750A6A-905C-4523-90E3-FE6C3704702A}" dt="2024-10-11T12:29:48.857" v="18" actId="113"/>
        <pc:sldMkLst>
          <pc:docMk/>
          <pc:sldMk cId="912653065" sldId="256"/>
        </pc:sldMkLst>
      </pc:sldChg>
      <pc:sldChg chg="del">
        <pc:chgData name="Simon Watson" userId="72838b88-8064-4433-b044-cb164f56bbb1" providerId="ADAL" clId="{5F750A6A-905C-4523-90E3-FE6C3704702A}" dt="2024-10-11T12:42:32.930" v="230" actId="47"/>
        <pc:sldMkLst>
          <pc:docMk/>
          <pc:sldMk cId="3128053876" sldId="257"/>
        </pc:sldMkLst>
      </pc:sldChg>
      <pc:sldChg chg="delSp mod">
        <pc:chgData name="Simon Watson" userId="72838b88-8064-4433-b044-cb164f56bbb1" providerId="ADAL" clId="{5F750A6A-905C-4523-90E3-FE6C3704702A}" dt="2024-10-11T12:42:46.098" v="234" actId="478"/>
        <pc:sldMkLst>
          <pc:docMk/>
          <pc:sldMk cId="3563778136" sldId="259"/>
        </pc:sldMkLst>
      </pc:sldChg>
      <pc:sldChg chg="modAnim">
        <pc:chgData name="Simon Watson" userId="72838b88-8064-4433-b044-cb164f56bbb1" providerId="ADAL" clId="{5F750A6A-905C-4523-90E3-FE6C3704702A}" dt="2024-10-11T12:43:33.622" v="235"/>
        <pc:sldMkLst>
          <pc:docMk/>
          <pc:sldMk cId="3311858066" sldId="261"/>
        </pc:sldMkLst>
      </pc:sldChg>
      <pc:sldChg chg="modSp mod modAnim">
        <pc:chgData name="Simon Watson" userId="72838b88-8064-4433-b044-cb164f56bbb1" providerId="ADAL" clId="{5F750A6A-905C-4523-90E3-FE6C3704702A}" dt="2024-10-11T12:46:51.528" v="271" actId="207"/>
        <pc:sldMkLst>
          <pc:docMk/>
          <pc:sldMk cId="505566094" sldId="262"/>
        </pc:sldMkLst>
      </pc:sldChg>
      <pc:sldChg chg="modSp mod modAnim">
        <pc:chgData name="Simon Watson" userId="72838b88-8064-4433-b044-cb164f56bbb1" providerId="ADAL" clId="{5F750A6A-905C-4523-90E3-FE6C3704702A}" dt="2024-10-11T12:47:20.589" v="276"/>
        <pc:sldMkLst>
          <pc:docMk/>
          <pc:sldMk cId="2865699294" sldId="264"/>
        </pc:sldMkLst>
      </pc:sldChg>
      <pc:sldChg chg="del">
        <pc:chgData name="Simon Watson" userId="72838b88-8064-4433-b044-cb164f56bbb1" providerId="ADAL" clId="{5F750A6A-905C-4523-90E3-FE6C3704702A}" dt="2024-10-11T12:47:25.500" v="277" actId="47"/>
        <pc:sldMkLst>
          <pc:docMk/>
          <pc:sldMk cId="1796468105" sldId="266"/>
        </pc:sldMkLst>
      </pc:sldChg>
      <pc:sldChg chg="addSp delSp modSp new mod modAnim">
        <pc:chgData name="Simon Watson" userId="72838b88-8064-4433-b044-cb164f56bbb1" providerId="ADAL" clId="{5F750A6A-905C-4523-90E3-FE6C3704702A}" dt="2024-10-11T12:42:19.079" v="229"/>
        <pc:sldMkLst>
          <pc:docMk/>
          <pc:sldMk cId="155743325" sldId="269"/>
        </pc:sldMkLst>
      </pc:sldChg>
      <pc:sldChg chg="modSp new mod">
        <pc:chgData name="Simon Watson" userId="72838b88-8064-4433-b044-cb164f56bbb1" providerId="ADAL" clId="{5F750A6A-905C-4523-90E3-FE6C3704702A}" dt="2024-10-11T12:48:31.183" v="411" actId="20577"/>
        <pc:sldMkLst>
          <pc:docMk/>
          <pc:sldMk cId="4239375853" sldId="270"/>
        </pc:sldMkLst>
      </pc:sldChg>
      <pc:sldChg chg="modSp add mod">
        <pc:chgData name="Simon Watson" userId="72838b88-8064-4433-b044-cb164f56bbb1" providerId="ADAL" clId="{5F750A6A-905C-4523-90E3-FE6C3704702A}" dt="2024-10-11T12:49:16.484" v="489" actId="20577"/>
        <pc:sldMkLst>
          <pc:docMk/>
          <pc:sldMk cId="1458646518" sldId="271"/>
        </pc:sldMkLst>
      </pc:sldChg>
      <pc:sldChg chg="addSp delSp modSp add mod">
        <pc:chgData name="Simon Watson" userId="72838b88-8064-4433-b044-cb164f56bbb1" providerId="ADAL" clId="{5F750A6A-905C-4523-90E3-FE6C3704702A}" dt="2024-10-11T12:51:34.497" v="723" actId="1076"/>
        <pc:sldMkLst>
          <pc:docMk/>
          <pc:sldMk cId="3421669202" sldId="272"/>
        </pc:sldMkLst>
      </pc:sldChg>
      <pc:sldChg chg="addSp delSp modSp new mod">
        <pc:chgData name="Simon Watson" userId="72838b88-8064-4433-b044-cb164f56bbb1" providerId="ADAL" clId="{5F750A6A-905C-4523-90E3-FE6C3704702A}" dt="2024-10-14T14:10:53.099" v="1697" actId="1076"/>
        <pc:sldMkLst>
          <pc:docMk/>
          <pc:sldMk cId="3497200756" sldId="273"/>
        </pc:sldMkLst>
      </pc:sldChg>
      <pc:sldChg chg="new del">
        <pc:chgData name="Simon Watson" userId="72838b88-8064-4433-b044-cb164f56bbb1" providerId="ADAL" clId="{5F750A6A-905C-4523-90E3-FE6C3704702A}" dt="2024-10-11T12:57:57.200" v="796" actId="47"/>
        <pc:sldMkLst>
          <pc:docMk/>
          <pc:sldMk cId="687337418" sldId="274"/>
        </pc:sldMkLst>
      </pc:sldChg>
      <pc:sldChg chg="addSp modSp add mod">
        <pc:chgData name="Simon Watson" userId="72838b88-8064-4433-b044-cb164f56bbb1" providerId="ADAL" clId="{5F750A6A-905C-4523-90E3-FE6C3704702A}" dt="2024-10-14T14:12:39.600" v="1730" actId="1076"/>
        <pc:sldMkLst>
          <pc:docMk/>
          <pc:sldMk cId="1102937804" sldId="275"/>
        </pc:sldMkLst>
      </pc:sldChg>
      <pc:sldChg chg="addSp delSp modSp new mod">
        <pc:chgData name="Simon Watson" userId="72838b88-8064-4433-b044-cb164f56bbb1" providerId="ADAL" clId="{5F750A6A-905C-4523-90E3-FE6C3704702A}" dt="2024-10-16T08:31:28.981" v="1768" actId="732"/>
        <pc:sldMkLst>
          <pc:docMk/>
          <pc:sldMk cId="3321756561" sldId="276"/>
        </pc:sldMkLst>
      </pc:sldChg>
    </pc:docChg>
  </pc:docChgLst>
  <pc:docChgLst>
    <pc:chgData name="Pawel Ladosz" userId="S::pawel.ladosz@student.manchester.ac.uk::37b12ca2-c8ff-403b-b034-fc3fbfa8ecd7" providerId="AD" clId="Web-{1C93666F-300C-48B3-A6F3-01EA008CC934}"/>
    <pc:docChg chg="sldOrd">
      <pc:chgData name="Pawel Ladosz" userId="S::pawel.ladosz@student.manchester.ac.uk::37b12ca2-c8ff-403b-b034-fc3fbfa8ecd7" providerId="AD" clId="Web-{1C93666F-300C-48B3-A6F3-01EA008CC934}" dt="2023-09-18T13:22:32.581" v="0"/>
      <pc:docMkLst>
        <pc:docMk/>
      </pc:docMkLst>
      <pc:sldChg chg="ord">
        <pc:chgData name="Pawel Ladosz" userId="S::pawel.ladosz@student.manchester.ac.uk::37b12ca2-c8ff-403b-b034-fc3fbfa8ecd7" providerId="AD" clId="Web-{1C93666F-300C-48B3-A6F3-01EA008CC934}" dt="2023-09-18T13:22:32.581" v="0"/>
        <pc:sldMkLst>
          <pc:docMk/>
          <pc:sldMk cId="3885492130" sldId="268"/>
        </pc:sldMkLst>
      </pc:sldChg>
    </pc:docChg>
  </pc:docChgLst>
  <pc:docChgLst>
    <pc:chgData name="Simon Watson" userId="72838b88-8064-4433-b044-cb164f56bbb1" providerId="ADAL" clId="{8A2A55D1-71E3-4F5D-9CDB-13C2FFF103BA}"/>
    <pc:docChg chg="delSld modSld">
      <pc:chgData name="Simon Watson" userId="72838b88-8064-4433-b044-cb164f56bbb1" providerId="ADAL" clId="{8A2A55D1-71E3-4F5D-9CDB-13C2FFF103BA}" dt="2023-11-09T08:29:06.538" v="3" actId="6549"/>
      <pc:docMkLst>
        <pc:docMk/>
      </pc:docMkLst>
      <pc:sldChg chg="del">
        <pc:chgData name="Simon Watson" userId="72838b88-8064-4433-b044-cb164f56bbb1" providerId="ADAL" clId="{8A2A55D1-71E3-4F5D-9CDB-13C2FFF103BA}" dt="2023-11-09T08:28:58.499" v="0" actId="47"/>
        <pc:sldMkLst>
          <pc:docMk/>
          <pc:sldMk cId="1719775144" sldId="263"/>
        </pc:sldMkLst>
      </pc:sldChg>
      <pc:sldChg chg="modSp mod">
        <pc:chgData name="Simon Watson" userId="72838b88-8064-4433-b044-cb164f56bbb1" providerId="ADAL" clId="{8A2A55D1-71E3-4F5D-9CDB-13C2FFF103BA}" dt="2023-11-09T08:29:06.538" v="3" actId="6549"/>
        <pc:sldMkLst>
          <pc:docMk/>
          <pc:sldMk cId="1796468105" sldId="266"/>
        </pc:sldMkLst>
      </pc:sldChg>
      <pc:sldChg chg="del">
        <pc:chgData name="Simon Watson" userId="72838b88-8064-4433-b044-cb164f56bbb1" providerId="ADAL" clId="{8A2A55D1-71E3-4F5D-9CDB-13C2FFF103BA}" dt="2023-11-09T08:29:01.064" v="1" actId="47"/>
        <pc:sldMkLst>
          <pc:docMk/>
          <pc:sldMk cId="2543892432" sldId="267"/>
        </pc:sldMkLst>
      </pc:sldChg>
    </pc:docChg>
  </pc:docChgLst>
  <pc:docChgLst>
    <pc:chgData name="Simon Watson" userId="72838b88-8064-4433-b044-cb164f56bbb1" providerId="ADAL" clId="{4CCCDC71-CECB-43F5-BD78-5816DF405D3C}"/>
    <pc:docChg chg="undo custSel addSld delSld modSld sldOrd">
      <pc:chgData name="Simon Watson" userId="72838b88-8064-4433-b044-cb164f56bbb1" providerId="ADAL" clId="{4CCCDC71-CECB-43F5-BD78-5816DF405D3C}" dt="2023-10-13T12:18:38.671" v="3439" actId="1076"/>
      <pc:docMkLst>
        <pc:docMk/>
      </pc:docMkLst>
      <pc:sldChg chg="delSp modSp mod">
        <pc:chgData name="Simon Watson" userId="72838b88-8064-4433-b044-cb164f56bbb1" providerId="ADAL" clId="{4CCCDC71-CECB-43F5-BD78-5816DF405D3C}" dt="2023-10-10T07:25:03.848" v="28" actId="113"/>
        <pc:sldMkLst>
          <pc:docMk/>
          <pc:sldMk cId="912653065" sldId="256"/>
        </pc:sldMkLst>
      </pc:sldChg>
      <pc:sldChg chg="addSp delSp modSp mod ord">
        <pc:chgData name="Simon Watson" userId="72838b88-8064-4433-b044-cb164f56bbb1" providerId="ADAL" clId="{4CCCDC71-CECB-43F5-BD78-5816DF405D3C}" dt="2023-10-10T08:53:53.846" v="3065"/>
        <pc:sldMkLst>
          <pc:docMk/>
          <pc:sldMk cId="2071929460" sldId="257"/>
        </pc:sldMkLst>
      </pc:sldChg>
      <pc:sldChg chg="del">
        <pc:chgData name="Simon Watson" userId="72838b88-8064-4433-b044-cb164f56bbb1" providerId="ADAL" clId="{4CCCDC71-CECB-43F5-BD78-5816DF405D3C}" dt="2023-10-10T07:25:11.968" v="31" actId="47"/>
        <pc:sldMkLst>
          <pc:docMk/>
          <pc:sldMk cId="76862385" sldId="258"/>
        </pc:sldMkLst>
      </pc:sldChg>
      <pc:sldChg chg="addSp delSp modSp new mod">
        <pc:chgData name="Simon Watson" userId="72838b88-8064-4433-b044-cb164f56bbb1" providerId="ADAL" clId="{4CCCDC71-CECB-43F5-BD78-5816DF405D3C}" dt="2023-10-10T07:55:19.967" v="1922" actId="14100"/>
        <pc:sldMkLst>
          <pc:docMk/>
          <pc:sldMk cId="4093397314" sldId="258"/>
        </pc:sldMkLst>
      </pc:sldChg>
      <pc:sldChg chg="addSp delSp modSp new mod ord modAnim">
        <pc:chgData name="Simon Watson" userId="72838b88-8064-4433-b044-cb164f56bbb1" providerId="ADAL" clId="{4CCCDC71-CECB-43F5-BD78-5816DF405D3C}" dt="2023-10-10T07:51:42.195" v="1743"/>
        <pc:sldMkLst>
          <pc:docMk/>
          <pc:sldMk cId="715472424" sldId="259"/>
        </pc:sldMkLst>
      </pc:sldChg>
      <pc:sldChg chg="del">
        <pc:chgData name="Simon Watson" userId="72838b88-8064-4433-b044-cb164f56bbb1" providerId="ADAL" clId="{4CCCDC71-CECB-43F5-BD78-5816DF405D3C}" dt="2023-10-10T07:25:12.384" v="32" actId="47"/>
        <pc:sldMkLst>
          <pc:docMk/>
          <pc:sldMk cId="1456515557" sldId="259"/>
        </pc:sldMkLst>
      </pc:sldChg>
      <pc:sldChg chg="addSp delSp modSp new mod ord modAnim">
        <pc:chgData name="Simon Watson" userId="72838b88-8064-4433-b044-cb164f56bbb1" providerId="ADAL" clId="{4CCCDC71-CECB-43F5-BD78-5816DF405D3C}" dt="2023-10-10T08:42:18.545" v="2890"/>
        <pc:sldMkLst>
          <pc:docMk/>
          <pc:sldMk cId="2306025126" sldId="260"/>
        </pc:sldMkLst>
      </pc:sldChg>
      <pc:sldChg chg="del">
        <pc:chgData name="Simon Watson" userId="72838b88-8064-4433-b044-cb164f56bbb1" providerId="ADAL" clId="{4CCCDC71-CECB-43F5-BD78-5816DF405D3C}" dt="2023-10-10T07:25:12.671" v="33" actId="47"/>
        <pc:sldMkLst>
          <pc:docMk/>
          <pc:sldMk cId="3417958380" sldId="260"/>
        </pc:sldMkLst>
      </pc:sldChg>
      <pc:sldChg chg="addSp delSp modSp new mod ord modAnim">
        <pc:chgData name="Simon Watson" userId="72838b88-8064-4433-b044-cb164f56bbb1" providerId="ADAL" clId="{4CCCDC71-CECB-43F5-BD78-5816DF405D3C}" dt="2023-10-13T12:18:38.671" v="3439" actId="1076"/>
        <pc:sldMkLst>
          <pc:docMk/>
          <pc:sldMk cId="488013820" sldId="261"/>
        </pc:sldMkLst>
      </pc:sldChg>
      <pc:sldChg chg="del">
        <pc:chgData name="Simon Watson" userId="72838b88-8064-4433-b044-cb164f56bbb1" providerId="ADAL" clId="{4CCCDC71-CECB-43F5-BD78-5816DF405D3C}" dt="2023-10-10T07:25:13.037" v="34" actId="47"/>
        <pc:sldMkLst>
          <pc:docMk/>
          <pc:sldMk cId="2534571374" sldId="261"/>
        </pc:sldMkLst>
      </pc:sldChg>
      <pc:sldChg chg="del">
        <pc:chgData name="Simon Watson" userId="72838b88-8064-4433-b044-cb164f56bbb1" providerId="ADAL" clId="{4CCCDC71-CECB-43F5-BD78-5816DF405D3C}" dt="2023-10-10T07:25:13.476" v="35" actId="47"/>
        <pc:sldMkLst>
          <pc:docMk/>
          <pc:sldMk cId="1060786398" sldId="262"/>
        </pc:sldMkLst>
      </pc:sldChg>
      <pc:sldChg chg="addSp delSp modSp new mod modAnim">
        <pc:chgData name="Simon Watson" userId="72838b88-8064-4433-b044-cb164f56bbb1" providerId="ADAL" clId="{4CCCDC71-CECB-43F5-BD78-5816DF405D3C}" dt="2023-10-10T08:41:46.204" v="2882" actId="20577"/>
        <pc:sldMkLst>
          <pc:docMk/>
          <pc:sldMk cId="2736615413" sldId="262"/>
        </pc:sldMkLst>
      </pc:sldChg>
      <pc:sldChg chg="del">
        <pc:chgData name="Simon Watson" userId="72838b88-8064-4433-b044-cb164f56bbb1" providerId="ADAL" clId="{4CCCDC71-CECB-43F5-BD78-5816DF405D3C}" dt="2023-10-10T07:25:13.751" v="36" actId="47"/>
        <pc:sldMkLst>
          <pc:docMk/>
          <pc:sldMk cId="1515395000" sldId="263"/>
        </pc:sldMkLst>
      </pc:sldChg>
      <pc:sldChg chg="addSp delSp modSp new mod ord modAnim">
        <pc:chgData name="Simon Watson" userId="72838b88-8064-4433-b044-cb164f56bbb1" providerId="ADAL" clId="{4CCCDC71-CECB-43F5-BD78-5816DF405D3C}" dt="2023-10-10T08:41:50.962" v="2884"/>
        <pc:sldMkLst>
          <pc:docMk/>
          <pc:sldMk cId="2313319472" sldId="263"/>
        </pc:sldMkLst>
      </pc:sldChg>
      <pc:sldChg chg="addSp delSp modSp new mod ord modAnim">
        <pc:chgData name="Simon Watson" userId="72838b88-8064-4433-b044-cb164f56bbb1" providerId="ADAL" clId="{4CCCDC71-CECB-43F5-BD78-5816DF405D3C}" dt="2023-10-10T08:34:59.510" v="2512" actId="1076"/>
        <pc:sldMkLst>
          <pc:docMk/>
          <pc:sldMk cId="1045679948" sldId="264"/>
        </pc:sldMkLst>
      </pc:sldChg>
      <pc:sldChg chg="del">
        <pc:chgData name="Simon Watson" userId="72838b88-8064-4433-b044-cb164f56bbb1" providerId="ADAL" clId="{4CCCDC71-CECB-43F5-BD78-5816DF405D3C}" dt="2023-10-10T07:25:15.116" v="41" actId="47"/>
        <pc:sldMkLst>
          <pc:docMk/>
          <pc:sldMk cId="1619785498" sldId="264"/>
        </pc:sldMkLst>
      </pc:sldChg>
      <pc:sldChg chg="del">
        <pc:chgData name="Simon Watson" userId="72838b88-8064-4433-b044-cb164f56bbb1" providerId="ADAL" clId="{4CCCDC71-CECB-43F5-BD78-5816DF405D3C}" dt="2023-10-10T07:25:14.662" v="39" actId="47"/>
        <pc:sldMkLst>
          <pc:docMk/>
          <pc:sldMk cId="224439157" sldId="265"/>
        </pc:sldMkLst>
      </pc:sldChg>
      <pc:sldChg chg="modSp new mod">
        <pc:chgData name="Simon Watson" userId="72838b88-8064-4433-b044-cb164f56bbb1" providerId="ADAL" clId="{4CCCDC71-CECB-43F5-BD78-5816DF405D3C}" dt="2023-10-10T08:43:38.758" v="2916" actId="20577"/>
        <pc:sldMkLst>
          <pc:docMk/>
          <pc:sldMk cId="2602761225" sldId="265"/>
        </pc:sldMkLst>
      </pc:sldChg>
      <pc:sldChg chg="addSp delSp modSp new mod modNotesTx">
        <pc:chgData name="Simon Watson" userId="72838b88-8064-4433-b044-cb164f56bbb1" providerId="ADAL" clId="{4CCCDC71-CECB-43F5-BD78-5816DF405D3C}" dt="2023-10-13T12:13:14.207" v="3173" actId="20577"/>
        <pc:sldMkLst>
          <pc:docMk/>
          <pc:sldMk cId="2245364381" sldId="266"/>
        </pc:sldMkLst>
      </pc:sldChg>
      <pc:sldChg chg="del">
        <pc:chgData name="Simon Watson" userId="72838b88-8064-4433-b044-cb164f56bbb1" providerId="ADAL" clId="{4CCCDC71-CECB-43F5-BD78-5816DF405D3C}" dt="2023-10-10T07:25:14.912" v="40" actId="47"/>
        <pc:sldMkLst>
          <pc:docMk/>
          <pc:sldMk cId="2874972887" sldId="266"/>
        </pc:sldMkLst>
      </pc:sldChg>
      <pc:sldChg chg="del">
        <pc:chgData name="Simon Watson" userId="72838b88-8064-4433-b044-cb164f56bbb1" providerId="ADAL" clId="{4CCCDC71-CECB-43F5-BD78-5816DF405D3C}" dt="2023-10-10T07:25:15.297" v="42" actId="47"/>
        <pc:sldMkLst>
          <pc:docMk/>
          <pc:sldMk cId="3885492130" sldId="268"/>
        </pc:sldMkLst>
      </pc:sldChg>
      <pc:sldChg chg="del">
        <pc:chgData name="Simon Watson" userId="72838b88-8064-4433-b044-cb164f56bbb1" providerId="ADAL" clId="{4CCCDC71-CECB-43F5-BD78-5816DF405D3C}" dt="2023-10-10T07:25:13.984" v="37" actId="47"/>
        <pc:sldMkLst>
          <pc:docMk/>
          <pc:sldMk cId="2037060686" sldId="270"/>
        </pc:sldMkLst>
      </pc:sldChg>
      <pc:sldChg chg="del">
        <pc:chgData name="Simon Watson" userId="72838b88-8064-4433-b044-cb164f56bbb1" providerId="ADAL" clId="{4CCCDC71-CECB-43F5-BD78-5816DF405D3C}" dt="2023-10-10T07:25:15.971" v="45" actId="47"/>
        <pc:sldMkLst>
          <pc:docMk/>
          <pc:sldMk cId="2202798103" sldId="271"/>
        </pc:sldMkLst>
      </pc:sldChg>
      <pc:sldChg chg="del">
        <pc:chgData name="Simon Watson" userId="72838b88-8064-4433-b044-cb164f56bbb1" providerId="ADAL" clId="{4CCCDC71-CECB-43F5-BD78-5816DF405D3C}" dt="2023-10-10T07:25:17.579" v="46" actId="47"/>
        <pc:sldMkLst>
          <pc:docMk/>
          <pc:sldMk cId="2577437643" sldId="272"/>
        </pc:sldMkLst>
      </pc:sldChg>
      <pc:sldChg chg="del">
        <pc:chgData name="Simon Watson" userId="72838b88-8064-4433-b044-cb164f56bbb1" providerId="ADAL" clId="{4CCCDC71-CECB-43F5-BD78-5816DF405D3C}" dt="2023-10-10T07:25:08.742" v="29" actId="47"/>
        <pc:sldMkLst>
          <pc:docMk/>
          <pc:sldMk cId="1469604396" sldId="273"/>
        </pc:sldMkLst>
      </pc:sldChg>
      <pc:sldChg chg="del">
        <pc:chgData name="Simon Watson" userId="72838b88-8064-4433-b044-cb164f56bbb1" providerId="ADAL" clId="{4CCCDC71-CECB-43F5-BD78-5816DF405D3C}" dt="2023-10-10T07:25:09.310" v="30" actId="47"/>
        <pc:sldMkLst>
          <pc:docMk/>
          <pc:sldMk cId="4109954835" sldId="274"/>
        </pc:sldMkLst>
      </pc:sldChg>
      <pc:sldChg chg="del">
        <pc:chgData name="Simon Watson" userId="72838b88-8064-4433-b044-cb164f56bbb1" providerId="ADAL" clId="{4CCCDC71-CECB-43F5-BD78-5816DF405D3C}" dt="2023-10-10T07:25:15.487" v="43" actId="47"/>
        <pc:sldMkLst>
          <pc:docMk/>
          <pc:sldMk cId="3260207765" sldId="275"/>
        </pc:sldMkLst>
      </pc:sldChg>
      <pc:sldChg chg="del">
        <pc:chgData name="Simon Watson" userId="72838b88-8064-4433-b044-cb164f56bbb1" providerId="ADAL" clId="{4CCCDC71-CECB-43F5-BD78-5816DF405D3C}" dt="2023-10-10T07:25:15.707" v="44" actId="47"/>
        <pc:sldMkLst>
          <pc:docMk/>
          <pc:sldMk cId="3701700404" sldId="276"/>
        </pc:sldMkLst>
      </pc:sldChg>
      <pc:sldChg chg="del">
        <pc:chgData name="Simon Watson" userId="72838b88-8064-4433-b044-cb164f56bbb1" providerId="ADAL" clId="{4CCCDC71-CECB-43F5-BD78-5816DF405D3C}" dt="2023-10-10T07:25:14.240" v="38" actId="47"/>
        <pc:sldMkLst>
          <pc:docMk/>
          <pc:sldMk cId="930988231" sldId="277"/>
        </pc:sldMkLst>
      </pc:sldChg>
    </pc:docChg>
  </pc:docChgLst>
  <pc:docChgLst>
    <pc:chgData name="Simon Watson" userId="72838b88-8064-4433-b044-cb164f56bbb1" providerId="ADAL" clId="{367CD21B-4C1D-40CF-B4A5-15BDE09760BB}"/>
    <pc:docChg chg="undo custSel addSld delSld modSld modMainMaster">
      <pc:chgData name="Simon Watson" userId="72838b88-8064-4433-b044-cb164f56bbb1" providerId="ADAL" clId="{367CD21B-4C1D-40CF-B4A5-15BDE09760BB}" dt="2023-09-26T10:06:28.046" v="6404" actId="1076"/>
      <pc:docMkLst>
        <pc:docMk/>
      </pc:docMkLst>
      <pc:sldChg chg="addSp delSp modSp new mod">
        <pc:chgData name="Simon Watson" userId="72838b88-8064-4433-b044-cb164f56bbb1" providerId="ADAL" clId="{367CD21B-4C1D-40CF-B4A5-15BDE09760BB}" dt="2023-09-25T12:10:58.314" v="4444" actId="20577"/>
        <pc:sldMkLst>
          <pc:docMk/>
          <pc:sldMk cId="912653065" sldId="256"/>
        </pc:sldMkLst>
      </pc:sldChg>
      <pc:sldChg chg="modSp new mod">
        <pc:chgData name="Simon Watson" userId="72838b88-8064-4433-b044-cb164f56bbb1" providerId="ADAL" clId="{367CD21B-4C1D-40CF-B4A5-15BDE09760BB}" dt="2023-08-31T08:33:59.185" v="124" actId="14100"/>
        <pc:sldMkLst>
          <pc:docMk/>
          <pc:sldMk cId="2071929460" sldId="257"/>
        </pc:sldMkLst>
      </pc:sldChg>
      <pc:sldChg chg="modSp new mod">
        <pc:chgData name="Simon Watson" userId="72838b88-8064-4433-b044-cb164f56bbb1" providerId="ADAL" clId="{367CD21B-4C1D-40CF-B4A5-15BDE09760BB}" dt="2023-09-26T07:03:55.065" v="5849" actId="6549"/>
        <pc:sldMkLst>
          <pc:docMk/>
          <pc:sldMk cId="76862385" sldId="258"/>
        </pc:sldMkLst>
      </pc:sldChg>
      <pc:sldChg chg="addSp delSp modSp new mod delAnim modAnim">
        <pc:chgData name="Simon Watson" userId="72838b88-8064-4433-b044-cb164f56bbb1" providerId="ADAL" clId="{367CD21B-4C1D-40CF-B4A5-15BDE09760BB}" dt="2023-09-26T07:04:43.792" v="5850"/>
        <pc:sldMkLst>
          <pc:docMk/>
          <pc:sldMk cId="1456515557" sldId="259"/>
        </pc:sldMkLst>
      </pc:sldChg>
      <pc:sldChg chg="addSp modSp new mod modAnim">
        <pc:chgData name="Simon Watson" userId="72838b88-8064-4433-b044-cb164f56bbb1" providerId="ADAL" clId="{367CD21B-4C1D-40CF-B4A5-15BDE09760BB}" dt="2023-08-31T14:08:01.823" v="477" actId="1076"/>
        <pc:sldMkLst>
          <pc:docMk/>
          <pc:sldMk cId="3417958380" sldId="260"/>
        </pc:sldMkLst>
      </pc:sldChg>
      <pc:sldChg chg="addSp delSp modSp new mod">
        <pc:chgData name="Simon Watson" userId="72838b88-8064-4433-b044-cb164f56bbb1" providerId="ADAL" clId="{367CD21B-4C1D-40CF-B4A5-15BDE09760BB}" dt="2023-08-31T14:17:55.925" v="608" actId="1076"/>
        <pc:sldMkLst>
          <pc:docMk/>
          <pc:sldMk cId="2534571374" sldId="261"/>
        </pc:sldMkLst>
      </pc:sldChg>
      <pc:sldChg chg="modSp new mod modAnim">
        <pc:chgData name="Simon Watson" userId="72838b88-8064-4433-b044-cb164f56bbb1" providerId="ADAL" clId="{367CD21B-4C1D-40CF-B4A5-15BDE09760BB}" dt="2023-09-25T12:11:32.905" v="4447"/>
        <pc:sldMkLst>
          <pc:docMk/>
          <pc:sldMk cId="1060786398" sldId="262"/>
        </pc:sldMkLst>
      </pc:sldChg>
      <pc:sldChg chg="addSp delSp modSp new mod modAnim">
        <pc:chgData name="Simon Watson" userId="72838b88-8064-4433-b044-cb164f56bbb1" providerId="ADAL" clId="{367CD21B-4C1D-40CF-B4A5-15BDE09760BB}" dt="2023-09-25T12:11:54.513" v="4451"/>
        <pc:sldMkLst>
          <pc:docMk/>
          <pc:sldMk cId="1515395000" sldId="263"/>
        </pc:sldMkLst>
      </pc:sldChg>
      <pc:sldChg chg="modSp new mod modAnim">
        <pc:chgData name="Simon Watson" userId="72838b88-8064-4433-b044-cb164f56bbb1" providerId="ADAL" clId="{367CD21B-4C1D-40CF-B4A5-15BDE09760BB}" dt="2023-09-25T14:06:22.023" v="5505"/>
        <pc:sldMkLst>
          <pc:docMk/>
          <pc:sldMk cId="1619785498" sldId="264"/>
        </pc:sldMkLst>
      </pc:sldChg>
      <pc:sldChg chg="modSp new mod">
        <pc:chgData name="Simon Watson" userId="72838b88-8064-4433-b044-cb164f56bbb1" providerId="ADAL" clId="{367CD21B-4C1D-40CF-B4A5-15BDE09760BB}" dt="2023-09-12T09:45:24.082" v="2465" actId="20577"/>
        <pc:sldMkLst>
          <pc:docMk/>
          <pc:sldMk cId="224439157" sldId="265"/>
        </pc:sldMkLst>
      </pc:sldChg>
      <pc:sldChg chg="modSp new mod modAnim">
        <pc:chgData name="Simon Watson" userId="72838b88-8064-4433-b044-cb164f56bbb1" providerId="ADAL" clId="{367CD21B-4C1D-40CF-B4A5-15BDE09760BB}" dt="2023-09-26T07:07:21.683" v="5879" actId="20577"/>
        <pc:sldMkLst>
          <pc:docMk/>
          <pc:sldMk cId="2874972887" sldId="266"/>
        </pc:sldMkLst>
      </pc:sldChg>
      <pc:sldChg chg="new del">
        <pc:chgData name="Simon Watson" userId="72838b88-8064-4433-b044-cb164f56bbb1" providerId="ADAL" clId="{367CD21B-4C1D-40CF-B4A5-15BDE09760BB}" dt="2023-09-12T09:47:48.742" v="2794" actId="47"/>
        <pc:sldMkLst>
          <pc:docMk/>
          <pc:sldMk cId="3407035106" sldId="267"/>
        </pc:sldMkLst>
      </pc:sldChg>
      <pc:sldChg chg="modSp add mod modAnim">
        <pc:chgData name="Simon Watson" userId="72838b88-8064-4433-b044-cb164f56bbb1" providerId="ADAL" clId="{367CD21B-4C1D-40CF-B4A5-15BDE09760BB}" dt="2023-09-25T14:06:31.823" v="5507"/>
        <pc:sldMkLst>
          <pc:docMk/>
          <pc:sldMk cId="3885492130" sldId="268"/>
        </pc:sldMkLst>
      </pc:sldChg>
      <pc:sldChg chg="addSp delSp modSp new del mod">
        <pc:chgData name="Simon Watson" userId="72838b88-8064-4433-b044-cb164f56bbb1" providerId="ADAL" clId="{367CD21B-4C1D-40CF-B4A5-15BDE09760BB}" dt="2023-09-25T12:21:45.740" v="4822" actId="47"/>
        <pc:sldMkLst>
          <pc:docMk/>
          <pc:sldMk cId="1358152748" sldId="269"/>
        </pc:sldMkLst>
      </pc:sldChg>
      <pc:sldChg chg="addSp delSp modSp new mod delAnim modAnim">
        <pc:chgData name="Simon Watson" userId="72838b88-8064-4433-b044-cb164f56bbb1" providerId="ADAL" clId="{367CD21B-4C1D-40CF-B4A5-15BDE09760BB}" dt="2023-09-26T07:06:39.788" v="5861" actId="113"/>
        <pc:sldMkLst>
          <pc:docMk/>
          <pc:sldMk cId="2037060686" sldId="270"/>
        </pc:sldMkLst>
      </pc:sldChg>
      <pc:sldChg chg="addSp delSp modSp new mod modAnim">
        <pc:chgData name="Simon Watson" userId="72838b88-8064-4433-b044-cb164f56bbb1" providerId="ADAL" clId="{367CD21B-4C1D-40CF-B4A5-15BDE09760BB}" dt="2023-09-26T10:06:28.046" v="6404" actId="1076"/>
        <pc:sldMkLst>
          <pc:docMk/>
          <pc:sldMk cId="2202798103" sldId="271"/>
        </pc:sldMkLst>
      </pc:sldChg>
      <pc:sldChg chg="modSp new mod modAnim">
        <pc:chgData name="Simon Watson" userId="72838b88-8064-4433-b044-cb164f56bbb1" providerId="ADAL" clId="{367CD21B-4C1D-40CF-B4A5-15BDE09760BB}" dt="2023-09-25T14:08:52.174" v="5740"/>
        <pc:sldMkLst>
          <pc:docMk/>
          <pc:sldMk cId="2577437643" sldId="272"/>
        </pc:sldMkLst>
      </pc:sldChg>
      <pc:sldChg chg="addSp delSp modSp new mod modAnim">
        <pc:chgData name="Simon Watson" userId="72838b88-8064-4433-b044-cb164f56bbb1" providerId="ADAL" clId="{367CD21B-4C1D-40CF-B4A5-15BDE09760BB}" dt="2023-09-26T06:54:55.389" v="5801"/>
        <pc:sldMkLst>
          <pc:docMk/>
          <pc:sldMk cId="1469604396" sldId="273"/>
        </pc:sldMkLst>
      </pc:sldChg>
      <pc:sldChg chg="modSp new mod">
        <pc:chgData name="Simon Watson" userId="72838b88-8064-4433-b044-cb164f56bbb1" providerId="ADAL" clId="{367CD21B-4C1D-40CF-B4A5-15BDE09760BB}" dt="2023-09-26T06:59:08.895" v="5848" actId="20577"/>
        <pc:sldMkLst>
          <pc:docMk/>
          <pc:sldMk cId="4109954835" sldId="274"/>
        </pc:sldMkLst>
      </pc:sldChg>
      <pc:sldChg chg="modSp new mod">
        <pc:chgData name="Simon Watson" userId="72838b88-8064-4433-b044-cb164f56bbb1" providerId="ADAL" clId="{367CD21B-4C1D-40CF-B4A5-15BDE09760BB}" dt="2023-09-26T07:09:43.237" v="5941" actId="20577"/>
        <pc:sldMkLst>
          <pc:docMk/>
          <pc:sldMk cId="3260207765" sldId="275"/>
        </pc:sldMkLst>
      </pc:sldChg>
      <pc:sldChg chg="modSp new mod modAnim">
        <pc:chgData name="Simon Watson" userId="72838b88-8064-4433-b044-cb164f56bbb1" providerId="ADAL" clId="{367CD21B-4C1D-40CF-B4A5-15BDE09760BB}" dt="2023-09-26T07:11:20.295" v="6024"/>
        <pc:sldMkLst>
          <pc:docMk/>
          <pc:sldMk cId="3701700404" sldId="276"/>
        </pc:sldMkLst>
      </pc:sldChg>
      <pc:sldChg chg="addSp delSp modSp new mod">
        <pc:chgData name="Simon Watson" userId="72838b88-8064-4433-b044-cb164f56bbb1" providerId="ADAL" clId="{367CD21B-4C1D-40CF-B4A5-15BDE09760BB}" dt="2023-09-26T07:55:29.863" v="6379" actId="1076"/>
        <pc:sldMkLst>
          <pc:docMk/>
          <pc:sldMk cId="930988231" sldId="277"/>
        </pc:sldMkLst>
      </pc:sldChg>
      <pc:sldMasterChg chg="addSp modSp mod modSldLayout">
        <pc:chgData name="Simon Watson" userId="72838b88-8064-4433-b044-cb164f56bbb1" providerId="ADAL" clId="{367CD21B-4C1D-40CF-B4A5-15BDE09760BB}" dt="2023-08-31T08:34:09.628" v="125" actId="14100"/>
        <pc:sldMasterMkLst>
          <pc:docMk/>
          <pc:sldMasterMk cId="1991985849" sldId="2147483648"/>
        </pc:sldMasterMkLst>
        <pc:sldLayoutChg chg="addSp modSp">
          <pc:chgData name="Simon Watson" userId="72838b88-8064-4433-b044-cb164f56bbb1" providerId="ADAL" clId="{367CD21B-4C1D-40CF-B4A5-15BDE09760BB}" dt="2023-08-31T08:28:17.973" v="1"/>
          <pc:sldLayoutMkLst>
            <pc:docMk/>
            <pc:sldMasterMk cId="1991985849" sldId="2147483648"/>
            <pc:sldLayoutMk cId="3498042639" sldId="2147483649"/>
          </pc:sldLayoutMkLst>
        </pc:sldLayoutChg>
      </pc:sldMasterChg>
    </pc:docChg>
  </pc:docChgLst>
  <pc:docChgLst>
    <pc:chgData name="Simon Watson" userId="72838b88-8064-4433-b044-cb164f56bbb1" providerId="ADAL" clId="{8D7423D1-1530-4AE5-98F6-21ED2355777C}"/>
    <pc:docChg chg="undo custSel addSld delSld modSld">
      <pc:chgData name="Simon Watson" userId="72838b88-8064-4433-b044-cb164f56bbb1" providerId="ADAL" clId="{8D7423D1-1530-4AE5-98F6-21ED2355777C}" dt="2023-10-17T09:31:00.418" v="3324" actId="207"/>
      <pc:docMkLst>
        <pc:docMk/>
      </pc:docMkLst>
      <pc:sldChg chg="modSp mod">
        <pc:chgData name="Simon Watson" userId="72838b88-8064-4433-b044-cb164f56bbb1" providerId="ADAL" clId="{8D7423D1-1530-4AE5-98F6-21ED2355777C}" dt="2023-10-16T08:27:18.939" v="27" actId="20577"/>
        <pc:sldMkLst>
          <pc:docMk/>
          <pc:sldMk cId="912653065" sldId="256"/>
        </pc:sldMkLst>
      </pc:sldChg>
      <pc:sldChg chg="del">
        <pc:chgData name="Simon Watson" userId="72838b88-8064-4433-b044-cb164f56bbb1" providerId="ADAL" clId="{8D7423D1-1530-4AE5-98F6-21ED2355777C}" dt="2023-10-16T08:27:25.356" v="28" actId="47"/>
        <pc:sldMkLst>
          <pc:docMk/>
          <pc:sldMk cId="2071929460" sldId="257"/>
        </pc:sldMkLst>
      </pc:sldChg>
      <pc:sldChg chg="modSp new mod">
        <pc:chgData name="Simon Watson" userId="72838b88-8064-4433-b044-cb164f56bbb1" providerId="ADAL" clId="{8D7423D1-1530-4AE5-98F6-21ED2355777C}" dt="2023-10-16T08:28:56.459" v="199" actId="20577"/>
        <pc:sldMkLst>
          <pc:docMk/>
          <pc:sldMk cId="3128053876" sldId="257"/>
        </pc:sldMkLst>
      </pc:sldChg>
      <pc:sldChg chg="addSp delSp modSp new del mod">
        <pc:chgData name="Simon Watson" userId="72838b88-8064-4433-b044-cb164f56bbb1" providerId="ADAL" clId="{8D7423D1-1530-4AE5-98F6-21ED2355777C}" dt="2023-10-16T12:05:06.431" v="450" actId="47"/>
        <pc:sldMkLst>
          <pc:docMk/>
          <pc:sldMk cId="1721875344" sldId="258"/>
        </pc:sldMkLst>
      </pc:sldChg>
      <pc:sldChg chg="del">
        <pc:chgData name="Simon Watson" userId="72838b88-8064-4433-b044-cb164f56bbb1" providerId="ADAL" clId="{8D7423D1-1530-4AE5-98F6-21ED2355777C}" dt="2023-10-16T08:27:25.356" v="28" actId="47"/>
        <pc:sldMkLst>
          <pc:docMk/>
          <pc:sldMk cId="4093397314" sldId="258"/>
        </pc:sldMkLst>
      </pc:sldChg>
      <pc:sldChg chg="del">
        <pc:chgData name="Simon Watson" userId="72838b88-8064-4433-b044-cb164f56bbb1" providerId="ADAL" clId="{8D7423D1-1530-4AE5-98F6-21ED2355777C}" dt="2023-10-16T08:27:25.356" v="28" actId="47"/>
        <pc:sldMkLst>
          <pc:docMk/>
          <pc:sldMk cId="715472424" sldId="259"/>
        </pc:sldMkLst>
      </pc:sldChg>
      <pc:sldChg chg="addSp delSp modSp new mod">
        <pc:chgData name="Simon Watson" userId="72838b88-8064-4433-b044-cb164f56bbb1" providerId="ADAL" clId="{8D7423D1-1530-4AE5-98F6-21ED2355777C}" dt="2023-10-17T09:16:15.029" v="2714" actId="1038"/>
        <pc:sldMkLst>
          <pc:docMk/>
          <pc:sldMk cId="3563778136" sldId="259"/>
        </pc:sldMkLst>
      </pc:sldChg>
      <pc:sldChg chg="del">
        <pc:chgData name="Simon Watson" userId="72838b88-8064-4433-b044-cb164f56bbb1" providerId="ADAL" clId="{8D7423D1-1530-4AE5-98F6-21ED2355777C}" dt="2023-10-16T08:27:25.356" v="28" actId="47"/>
        <pc:sldMkLst>
          <pc:docMk/>
          <pc:sldMk cId="2306025126" sldId="260"/>
        </pc:sldMkLst>
      </pc:sldChg>
      <pc:sldChg chg="addSp delSp modSp new mod">
        <pc:chgData name="Simon Watson" userId="72838b88-8064-4433-b044-cb164f56bbb1" providerId="ADAL" clId="{8D7423D1-1530-4AE5-98F6-21ED2355777C}" dt="2023-10-16T12:04:54.152" v="449" actId="1076"/>
        <pc:sldMkLst>
          <pc:docMk/>
          <pc:sldMk cId="3449366632" sldId="260"/>
        </pc:sldMkLst>
      </pc:sldChg>
      <pc:sldChg chg="del">
        <pc:chgData name="Simon Watson" userId="72838b88-8064-4433-b044-cb164f56bbb1" providerId="ADAL" clId="{8D7423D1-1530-4AE5-98F6-21ED2355777C}" dt="2023-10-16T08:27:25.356" v="28" actId="47"/>
        <pc:sldMkLst>
          <pc:docMk/>
          <pc:sldMk cId="488013820" sldId="261"/>
        </pc:sldMkLst>
      </pc:sldChg>
      <pc:sldChg chg="modSp new mod">
        <pc:chgData name="Simon Watson" userId="72838b88-8064-4433-b044-cb164f56bbb1" providerId="ADAL" clId="{8D7423D1-1530-4AE5-98F6-21ED2355777C}" dt="2023-10-16T12:06:32.779" v="683" actId="20577"/>
        <pc:sldMkLst>
          <pc:docMk/>
          <pc:sldMk cId="3311858066" sldId="261"/>
        </pc:sldMkLst>
      </pc:sldChg>
      <pc:sldChg chg="modSp add mod">
        <pc:chgData name="Simon Watson" userId="72838b88-8064-4433-b044-cb164f56bbb1" providerId="ADAL" clId="{8D7423D1-1530-4AE5-98F6-21ED2355777C}" dt="2023-10-16T12:10:11.196" v="1155" actId="313"/>
        <pc:sldMkLst>
          <pc:docMk/>
          <pc:sldMk cId="505566094" sldId="262"/>
        </pc:sldMkLst>
      </pc:sldChg>
      <pc:sldChg chg="del">
        <pc:chgData name="Simon Watson" userId="72838b88-8064-4433-b044-cb164f56bbb1" providerId="ADAL" clId="{8D7423D1-1530-4AE5-98F6-21ED2355777C}" dt="2023-10-16T08:27:25.356" v="28" actId="47"/>
        <pc:sldMkLst>
          <pc:docMk/>
          <pc:sldMk cId="2736615413" sldId="262"/>
        </pc:sldMkLst>
      </pc:sldChg>
      <pc:sldChg chg="modSp new del mod">
        <pc:chgData name="Simon Watson" userId="72838b88-8064-4433-b044-cb164f56bbb1" providerId="ADAL" clId="{8D7423D1-1530-4AE5-98F6-21ED2355777C}" dt="2023-10-16T12:06:58.769" v="702" actId="47"/>
        <pc:sldMkLst>
          <pc:docMk/>
          <pc:sldMk cId="3836908537" sldId="262"/>
        </pc:sldMkLst>
      </pc:sldChg>
      <pc:sldChg chg="modSp new mod">
        <pc:chgData name="Simon Watson" userId="72838b88-8064-4433-b044-cb164f56bbb1" providerId="ADAL" clId="{8D7423D1-1530-4AE5-98F6-21ED2355777C}" dt="2023-10-16T12:10:27.484" v="1192" actId="20577"/>
        <pc:sldMkLst>
          <pc:docMk/>
          <pc:sldMk cId="1719775144" sldId="263"/>
        </pc:sldMkLst>
      </pc:sldChg>
      <pc:sldChg chg="del">
        <pc:chgData name="Simon Watson" userId="72838b88-8064-4433-b044-cb164f56bbb1" providerId="ADAL" clId="{8D7423D1-1530-4AE5-98F6-21ED2355777C}" dt="2023-10-16T08:27:25.356" v="28" actId="47"/>
        <pc:sldMkLst>
          <pc:docMk/>
          <pc:sldMk cId="2313319472" sldId="263"/>
        </pc:sldMkLst>
      </pc:sldChg>
      <pc:sldChg chg="del">
        <pc:chgData name="Simon Watson" userId="72838b88-8064-4433-b044-cb164f56bbb1" providerId="ADAL" clId="{8D7423D1-1530-4AE5-98F6-21ED2355777C}" dt="2023-10-16T08:27:25.356" v="28" actId="47"/>
        <pc:sldMkLst>
          <pc:docMk/>
          <pc:sldMk cId="1045679948" sldId="264"/>
        </pc:sldMkLst>
      </pc:sldChg>
      <pc:sldChg chg="addSp modSp new mod">
        <pc:chgData name="Simon Watson" userId="72838b88-8064-4433-b044-cb164f56bbb1" providerId="ADAL" clId="{8D7423D1-1530-4AE5-98F6-21ED2355777C}" dt="2023-10-16T12:15:21.244" v="1663" actId="113"/>
        <pc:sldMkLst>
          <pc:docMk/>
          <pc:sldMk cId="2865699294" sldId="264"/>
        </pc:sldMkLst>
      </pc:sldChg>
      <pc:sldChg chg="del">
        <pc:chgData name="Simon Watson" userId="72838b88-8064-4433-b044-cb164f56bbb1" providerId="ADAL" clId="{8D7423D1-1530-4AE5-98F6-21ED2355777C}" dt="2023-10-16T08:27:25.356" v="28" actId="47"/>
        <pc:sldMkLst>
          <pc:docMk/>
          <pc:sldMk cId="2602761225" sldId="265"/>
        </pc:sldMkLst>
      </pc:sldChg>
      <pc:sldChg chg="addSp modSp new mod">
        <pc:chgData name="Simon Watson" userId="72838b88-8064-4433-b044-cb164f56bbb1" providerId="ADAL" clId="{8D7423D1-1530-4AE5-98F6-21ED2355777C}" dt="2023-10-16T12:19:29.257" v="2222" actId="1076"/>
        <pc:sldMkLst>
          <pc:docMk/>
          <pc:sldMk cId="3445946351" sldId="265"/>
        </pc:sldMkLst>
      </pc:sldChg>
      <pc:sldChg chg="modSp new mod">
        <pc:chgData name="Simon Watson" userId="72838b88-8064-4433-b044-cb164f56bbb1" providerId="ADAL" clId="{8D7423D1-1530-4AE5-98F6-21ED2355777C}" dt="2023-10-17T09:31:00.418" v="3324" actId="207"/>
        <pc:sldMkLst>
          <pc:docMk/>
          <pc:sldMk cId="1796468105" sldId="266"/>
        </pc:sldMkLst>
      </pc:sldChg>
      <pc:sldChg chg="del">
        <pc:chgData name="Simon Watson" userId="72838b88-8064-4433-b044-cb164f56bbb1" providerId="ADAL" clId="{8D7423D1-1530-4AE5-98F6-21ED2355777C}" dt="2023-10-16T08:27:25.356" v="28" actId="47"/>
        <pc:sldMkLst>
          <pc:docMk/>
          <pc:sldMk cId="2245364381" sldId="266"/>
        </pc:sldMkLst>
      </pc:sldChg>
      <pc:sldChg chg="modSp add mod">
        <pc:chgData name="Simon Watson" userId="72838b88-8064-4433-b044-cb164f56bbb1" providerId="ADAL" clId="{8D7423D1-1530-4AE5-98F6-21ED2355777C}" dt="2023-10-16T12:24:39.683" v="2555" actId="12"/>
        <pc:sldMkLst>
          <pc:docMk/>
          <pc:sldMk cId="2543892432" sldId="267"/>
        </pc:sldMkLst>
      </pc:sldChg>
      <pc:sldChg chg="addSp modSp new mod">
        <pc:chgData name="Simon Watson" userId="72838b88-8064-4433-b044-cb164f56bbb1" providerId="ADAL" clId="{8D7423D1-1530-4AE5-98F6-21ED2355777C}" dt="2023-10-16T12:23:21.533" v="2554" actId="20577"/>
        <pc:sldMkLst>
          <pc:docMk/>
          <pc:sldMk cId="3505957183" sldId="268"/>
        </pc:sldMkLst>
      </pc:sldChg>
    </pc:docChg>
  </pc:docChgLst>
  <pc:docChgLst>
    <pc:chgData name="Simon Watson" userId="72838b88-8064-4433-b044-cb164f56bbb1" providerId="ADAL" clId="{E4FB9C6A-3AA3-49CA-8AF9-2ED6C82459CA}"/>
    <pc:docChg chg="undo custSel addSld delSld modSld">
      <pc:chgData name="Simon Watson" userId="72838b88-8064-4433-b044-cb164f56bbb1" providerId="ADAL" clId="{E4FB9C6A-3AA3-49CA-8AF9-2ED6C82459CA}" dt="2025-10-14T07:56:13.192" v="1001" actId="1076"/>
      <pc:docMkLst>
        <pc:docMk/>
      </pc:docMkLst>
      <pc:sldChg chg="addSp delSp modSp mod">
        <pc:chgData name="Simon Watson" userId="72838b88-8064-4433-b044-cb164f56bbb1" providerId="ADAL" clId="{E4FB9C6A-3AA3-49CA-8AF9-2ED6C82459CA}" dt="2025-10-14T07:56:13.192" v="1001" actId="1076"/>
        <pc:sldMkLst>
          <pc:docMk/>
          <pc:sldMk cId="912653065" sldId="256"/>
        </pc:sldMkLst>
        <pc:spChg chg="add">
          <ac:chgData name="Simon Watson" userId="72838b88-8064-4433-b044-cb164f56bbb1" providerId="ADAL" clId="{E4FB9C6A-3AA3-49CA-8AF9-2ED6C82459CA}" dt="2025-10-14T07:55:41.847" v="991"/>
          <ac:spMkLst>
            <pc:docMk/>
            <pc:sldMk cId="912653065" sldId="256"/>
            <ac:spMk id="3" creationId="{6714F9AC-277B-3DAA-643A-FB98ACB3ADE9}"/>
          </ac:spMkLst>
        </pc:spChg>
        <pc:spChg chg="add mod">
          <ac:chgData name="Simon Watson" userId="72838b88-8064-4433-b044-cb164f56bbb1" providerId="ADAL" clId="{E4FB9C6A-3AA3-49CA-8AF9-2ED6C82459CA}" dt="2025-10-14T07:56:13.192" v="1001" actId="1076"/>
          <ac:spMkLst>
            <pc:docMk/>
            <pc:sldMk cId="912653065" sldId="256"/>
            <ac:spMk id="6" creationId="{A0B43260-DB86-CA15-F567-0EBC699F639B}"/>
          </ac:spMkLst>
        </pc:spChg>
        <pc:picChg chg="add mod">
          <ac:chgData name="Simon Watson" userId="72838b88-8064-4433-b044-cb164f56bbb1" providerId="ADAL" clId="{E4FB9C6A-3AA3-49CA-8AF9-2ED6C82459CA}" dt="2025-10-14T07:55:55.865" v="996" actId="1076"/>
          <ac:picMkLst>
            <pc:docMk/>
            <pc:sldMk cId="912653065" sldId="256"/>
            <ac:picMk id="4" creationId="{5EAA1E19-3298-1BD8-F8EA-C2ABDAD0297C}"/>
          </ac:picMkLst>
        </pc:picChg>
      </pc:sldChg>
      <pc:sldChg chg="del">
        <pc:chgData name="Simon Watson" userId="72838b88-8064-4433-b044-cb164f56bbb1" providerId="ADAL" clId="{E4FB9C6A-3AA3-49CA-8AF9-2ED6C82459CA}" dt="2025-10-10T13:19:54.982" v="61" actId="47"/>
        <pc:sldMkLst>
          <pc:docMk/>
          <pc:sldMk cId="3563778136" sldId="259"/>
        </pc:sldMkLst>
      </pc:sldChg>
      <pc:sldChg chg="del">
        <pc:chgData name="Simon Watson" userId="72838b88-8064-4433-b044-cb164f56bbb1" providerId="ADAL" clId="{E4FB9C6A-3AA3-49CA-8AF9-2ED6C82459CA}" dt="2025-10-10T13:19:54.982" v="61" actId="47"/>
        <pc:sldMkLst>
          <pc:docMk/>
          <pc:sldMk cId="3449366632" sldId="260"/>
        </pc:sldMkLst>
      </pc:sldChg>
      <pc:sldChg chg="addSp delSp modSp mod modAnim">
        <pc:chgData name="Simon Watson" userId="72838b88-8064-4433-b044-cb164f56bbb1" providerId="ADAL" clId="{E4FB9C6A-3AA3-49CA-8AF9-2ED6C82459CA}" dt="2025-10-10T13:23:59.314" v="159" actId="21"/>
        <pc:sldMkLst>
          <pc:docMk/>
          <pc:sldMk cId="505566094" sldId="262"/>
        </pc:sldMkLst>
        <pc:spChg chg="mod">
          <ac:chgData name="Simon Watson" userId="72838b88-8064-4433-b044-cb164f56bbb1" providerId="ADAL" clId="{E4FB9C6A-3AA3-49CA-8AF9-2ED6C82459CA}" dt="2025-10-10T13:23:45.471" v="155" actId="27636"/>
          <ac:spMkLst>
            <pc:docMk/>
            <pc:sldMk cId="505566094" sldId="262"/>
            <ac:spMk id="3" creationId="{79395281-9B55-C578-4CD6-7FD70A9589AB}"/>
          </ac:spMkLst>
        </pc:spChg>
      </pc:sldChg>
      <pc:sldChg chg="modSp mod">
        <pc:chgData name="Simon Watson" userId="72838b88-8064-4433-b044-cb164f56bbb1" providerId="ADAL" clId="{E4FB9C6A-3AA3-49CA-8AF9-2ED6C82459CA}" dt="2025-10-10T13:38:21.083" v="920" actId="20577"/>
        <pc:sldMkLst>
          <pc:docMk/>
          <pc:sldMk cId="3445946351" sldId="265"/>
        </pc:sldMkLst>
        <pc:spChg chg="mod">
          <ac:chgData name="Simon Watson" userId="72838b88-8064-4433-b044-cb164f56bbb1" providerId="ADAL" clId="{E4FB9C6A-3AA3-49CA-8AF9-2ED6C82459CA}" dt="2025-10-10T13:38:21.083" v="920" actId="20577"/>
          <ac:spMkLst>
            <pc:docMk/>
            <pc:sldMk cId="3445946351" sldId="265"/>
            <ac:spMk id="2" creationId="{DEF2FC57-8175-0925-6355-3E012EE8EACE}"/>
          </ac:spMkLst>
        </pc:spChg>
      </pc:sldChg>
      <pc:sldChg chg="addSp modSp mod modAnim">
        <pc:chgData name="Simon Watson" userId="72838b88-8064-4433-b044-cb164f56bbb1" providerId="ADAL" clId="{E4FB9C6A-3AA3-49CA-8AF9-2ED6C82459CA}" dt="2025-10-10T13:18:14.218" v="60"/>
        <pc:sldMkLst>
          <pc:docMk/>
          <pc:sldMk cId="155743325" sldId="269"/>
        </pc:sldMkLst>
        <pc:spChg chg="add mod">
          <ac:chgData name="Simon Watson" userId="72838b88-8064-4433-b044-cb164f56bbb1" providerId="ADAL" clId="{E4FB9C6A-3AA3-49CA-8AF9-2ED6C82459CA}" dt="2025-10-10T13:16:43.145" v="10" actId="1076"/>
          <ac:spMkLst>
            <pc:docMk/>
            <pc:sldMk cId="155743325" sldId="269"/>
            <ac:spMk id="6" creationId="{9B5A10B1-E6BE-FCAC-A2FE-348BDFD497AC}"/>
          </ac:spMkLst>
        </pc:spChg>
        <pc:spChg chg="add mod">
          <ac:chgData name="Simon Watson" userId="72838b88-8064-4433-b044-cb164f56bbb1" providerId="ADAL" clId="{E4FB9C6A-3AA3-49CA-8AF9-2ED6C82459CA}" dt="2025-10-10T13:17:16.003" v="49" actId="164"/>
          <ac:spMkLst>
            <pc:docMk/>
            <pc:sldMk cId="155743325" sldId="269"/>
            <ac:spMk id="7" creationId="{E8002CB4-5928-AA51-0561-34100378CBB0}"/>
          </ac:spMkLst>
        </pc:spChg>
        <pc:spChg chg="mod">
          <ac:chgData name="Simon Watson" userId="72838b88-8064-4433-b044-cb164f56bbb1" providerId="ADAL" clId="{E4FB9C6A-3AA3-49CA-8AF9-2ED6C82459CA}" dt="2025-10-10T13:16:12.577" v="5" actId="1076"/>
          <ac:spMkLst>
            <pc:docMk/>
            <pc:sldMk cId="155743325" sldId="269"/>
            <ac:spMk id="26" creationId="{764461A3-4EAD-8467-729D-3C09201D58DF}"/>
          </ac:spMkLst>
        </pc:spChg>
        <pc:spChg chg="mod">
          <ac:chgData name="Simon Watson" userId="72838b88-8064-4433-b044-cb164f56bbb1" providerId="ADAL" clId="{E4FB9C6A-3AA3-49CA-8AF9-2ED6C82459CA}" dt="2025-10-10T13:16:12.577" v="5" actId="1076"/>
          <ac:spMkLst>
            <pc:docMk/>
            <pc:sldMk cId="155743325" sldId="269"/>
            <ac:spMk id="27" creationId="{4A0A28D2-EC2C-98FD-236B-6D06AF8E91A0}"/>
          </ac:spMkLst>
        </pc:spChg>
        <pc:spChg chg="mod">
          <ac:chgData name="Simon Watson" userId="72838b88-8064-4433-b044-cb164f56bbb1" providerId="ADAL" clId="{E4FB9C6A-3AA3-49CA-8AF9-2ED6C82459CA}" dt="2025-10-10T13:16:43.145" v="10" actId="1076"/>
          <ac:spMkLst>
            <pc:docMk/>
            <pc:sldMk cId="155743325" sldId="269"/>
            <ac:spMk id="28" creationId="{43BDD91D-7081-B148-6781-CDB697BEDB16}"/>
          </ac:spMkLst>
        </pc:spChg>
        <pc:spChg chg="mod">
          <ac:chgData name="Simon Watson" userId="72838b88-8064-4433-b044-cb164f56bbb1" providerId="ADAL" clId="{E4FB9C6A-3AA3-49CA-8AF9-2ED6C82459CA}" dt="2025-10-10T13:16:43.145" v="10" actId="1076"/>
          <ac:spMkLst>
            <pc:docMk/>
            <pc:sldMk cId="155743325" sldId="269"/>
            <ac:spMk id="29" creationId="{8E18E5A3-A2CC-AA50-91E0-1A7CE5761B9B}"/>
          </ac:spMkLst>
        </pc:spChg>
        <pc:grpChg chg="add mod">
          <ac:chgData name="Simon Watson" userId="72838b88-8064-4433-b044-cb164f56bbb1" providerId="ADAL" clId="{E4FB9C6A-3AA3-49CA-8AF9-2ED6C82459CA}" dt="2025-10-10T13:17:16.003" v="49" actId="164"/>
          <ac:grpSpMkLst>
            <pc:docMk/>
            <pc:sldMk cId="155743325" sldId="269"/>
            <ac:grpSpMk id="8" creationId="{6D283484-680B-4994-29CD-7C27D47964A0}"/>
          </ac:grpSpMkLst>
        </pc:grpChg>
        <pc:grpChg chg="mod">
          <ac:chgData name="Simon Watson" userId="72838b88-8064-4433-b044-cb164f56bbb1" providerId="ADAL" clId="{E4FB9C6A-3AA3-49CA-8AF9-2ED6C82459CA}" dt="2025-10-10T13:16:12.577" v="5" actId="1076"/>
          <ac:grpSpMkLst>
            <pc:docMk/>
            <pc:sldMk cId="155743325" sldId="269"/>
            <ac:grpSpMk id="21" creationId="{28C444E9-3093-6FC2-DAEC-E1ACB05D6646}"/>
          </ac:grpSpMkLst>
        </pc:grpChg>
        <pc:grpChg chg="mod">
          <ac:chgData name="Simon Watson" userId="72838b88-8064-4433-b044-cb164f56bbb1" providerId="ADAL" clId="{E4FB9C6A-3AA3-49CA-8AF9-2ED6C82459CA}" dt="2025-10-10T13:16:12.577" v="5" actId="1076"/>
          <ac:grpSpMkLst>
            <pc:docMk/>
            <pc:sldMk cId="155743325" sldId="269"/>
            <ac:grpSpMk id="22" creationId="{8AD58255-9129-151C-FD3F-173C94AAB82C}"/>
          </ac:grpSpMkLst>
        </pc:grpChg>
        <pc:grpChg chg="mod">
          <ac:chgData name="Simon Watson" userId="72838b88-8064-4433-b044-cb164f56bbb1" providerId="ADAL" clId="{E4FB9C6A-3AA3-49CA-8AF9-2ED6C82459CA}" dt="2025-10-10T13:16:43.145" v="10" actId="1076"/>
          <ac:grpSpMkLst>
            <pc:docMk/>
            <pc:sldMk cId="155743325" sldId="269"/>
            <ac:grpSpMk id="23" creationId="{F6AB7584-5A08-9CC5-7C5C-827FE276B4B4}"/>
          </ac:grpSpMkLst>
        </pc:grpChg>
        <pc:grpChg chg="mod">
          <ac:chgData name="Simon Watson" userId="72838b88-8064-4433-b044-cb164f56bbb1" providerId="ADAL" clId="{E4FB9C6A-3AA3-49CA-8AF9-2ED6C82459CA}" dt="2025-10-10T13:16:43.145" v="10" actId="1076"/>
          <ac:grpSpMkLst>
            <pc:docMk/>
            <pc:sldMk cId="155743325" sldId="269"/>
            <ac:grpSpMk id="24" creationId="{617C3091-3DF9-3D48-73F7-9741AD460DB1}"/>
          </ac:grpSpMkLst>
        </pc:grpChg>
        <pc:grpChg chg="mod">
          <ac:chgData name="Simon Watson" userId="72838b88-8064-4433-b044-cb164f56bbb1" providerId="ADAL" clId="{E4FB9C6A-3AA3-49CA-8AF9-2ED6C82459CA}" dt="2025-10-10T13:16:43.145" v="10" actId="1076"/>
          <ac:grpSpMkLst>
            <pc:docMk/>
            <pc:sldMk cId="155743325" sldId="269"/>
            <ac:grpSpMk id="25" creationId="{EBAEC4F5-B286-0B96-74D9-9DE73DEB8B89}"/>
          </ac:grpSpMkLst>
        </pc:grpChg>
        <pc:picChg chg="add mod">
          <ac:chgData name="Simon Watson" userId="72838b88-8064-4433-b044-cb164f56bbb1" providerId="ADAL" clId="{E4FB9C6A-3AA3-49CA-8AF9-2ED6C82459CA}" dt="2025-10-10T13:17:16.003" v="49" actId="164"/>
          <ac:picMkLst>
            <pc:docMk/>
            <pc:sldMk cId="155743325" sldId="269"/>
            <ac:picMk id="4" creationId="{21B84D1A-A7CC-5DFA-2A1D-00F8BCA0838F}"/>
          </ac:picMkLst>
        </pc:picChg>
      </pc:sldChg>
      <pc:sldChg chg="addSp delSp modSp new mod">
        <pc:chgData name="Simon Watson" userId="72838b88-8064-4433-b044-cb164f56bbb1" providerId="ADAL" clId="{E4FB9C6A-3AA3-49CA-8AF9-2ED6C82459CA}" dt="2025-10-10T13:20:49.235" v="116" actId="20577"/>
        <pc:sldMkLst>
          <pc:docMk/>
          <pc:sldMk cId="2974187935" sldId="276"/>
        </pc:sldMkLst>
        <pc:spChg chg="mod">
          <ac:chgData name="Simon Watson" userId="72838b88-8064-4433-b044-cb164f56bbb1" providerId="ADAL" clId="{E4FB9C6A-3AA3-49CA-8AF9-2ED6C82459CA}" dt="2025-10-10T13:20:37.852" v="106" actId="20577"/>
          <ac:spMkLst>
            <pc:docMk/>
            <pc:sldMk cId="2974187935" sldId="276"/>
            <ac:spMk id="2" creationId="{579AA0BB-7E73-515D-5222-DE3F50DBF650}"/>
          </ac:spMkLst>
        </pc:spChg>
        <pc:graphicFrameChg chg="add mod modGraphic">
          <ac:chgData name="Simon Watson" userId="72838b88-8064-4433-b044-cb164f56bbb1" providerId="ADAL" clId="{E4FB9C6A-3AA3-49CA-8AF9-2ED6C82459CA}" dt="2025-10-10T13:20:49.235" v="116" actId="20577"/>
          <ac:graphicFrameMkLst>
            <pc:docMk/>
            <pc:sldMk cId="2974187935" sldId="276"/>
            <ac:graphicFrameMk id="5" creationId="{B04FE937-3D59-1CDE-2B5B-904E981A5516}"/>
          </ac:graphicFrameMkLst>
        </pc:graphicFrameChg>
      </pc:sldChg>
      <pc:sldChg chg="del">
        <pc:chgData name="Simon Watson" userId="72838b88-8064-4433-b044-cb164f56bbb1" providerId="ADAL" clId="{E4FB9C6A-3AA3-49CA-8AF9-2ED6C82459CA}" dt="2025-10-02T12:11:30.662" v="2" actId="47"/>
        <pc:sldMkLst>
          <pc:docMk/>
          <pc:sldMk cId="3321756561" sldId="276"/>
        </pc:sldMkLst>
      </pc:sldChg>
      <pc:sldChg chg="addSp modSp new mod modAnim">
        <pc:chgData name="Simon Watson" userId="72838b88-8064-4433-b044-cb164f56bbb1" providerId="ADAL" clId="{E4FB9C6A-3AA3-49CA-8AF9-2ED6C82459CA}" dt="2025-10-10T13:25:07.153" v="172"/>
        <pc:sldMkLst>
          <pc:docMk/>
          <pc:sldMk cId="635392461" sldId="277"/>
        </pc:sldMkLst>
        <pc:spChg chg="mod">
          <ac:chgData name="Simon Watson" userId="72838b88-8064-4433-b044-cb164f56bbb1" providerId="ADAL" clId="{E4FB9C6A-3AA3-49CA-8AF9-2ED6C82459CA}" dt="2025-10-10T13:23:39.406" v="153" actId="20577"/>
          <ac:spMkLst>
            <pc:docMk/>
            <pc:sldMk cId="635392461" sldId="277"/>
            <ac:spMk id="2" creationId="{7E5D5D1A-F34F-EE22-A197-618E8F33B281}"/>
          </ac:spMkLst>
        </pc:spChg>
        <pc:spChg chg="mod">
          <ac:chgData name="Simon Watson" userId="72838b88-8064-4433-b044-cb164f56bbb1" providerId="ADAL" clId="{E4FB9C6A-3AA3-49CA-8AF9-2ED6C82459CA}" dt="2025-10-10T13:24:32.407" v="168" actId="6549"/>
          <ac:spMkLst>
            <pc:docMk/>
            <pc:sldMk cId="635392461" sldId="277"/>
            <ac:spMk id="3" creationId="{B9149803-EA28-0343-CA3C-1000A87964EC}"/>
          </ac:spMkLst>
        </pc:spChg>
        <pc:picChg chg="add mod">
          <ac:chgData name="Simon Watson" userId="72838b88-8064-4433-b044-cb164f56bbb1" providerId="ADAL" clId="{E4FB9C6A-3AA3-49CA-8AF9-2ED6C82459CA}" dt="2025-10-10T13:24:24.793" v="165" actId="1076"/>
          <ac:picMkLst>
            <pc:docMk/>
            <pc:sldMk cId="635392461" sldId="277"/>
            <ac:picMk id="5" creationId="{598C6782-FC34-D32D-4602-67D2F94B98CD}"/>
          </ac:picMkLst>
        </pc:picChg>
      </pc:sldChg>
      <pc:sldChg chg="modSp new mod modAnim">
        <pc:chgData name="Simon Watson" userId="72838b88-8064-4433-b044-cb164f56bbb1" providerId="ADAL" clId="{E4FB9C6A-3AA3-49CA-8AF9-2ED6C82459CA}" dt="2025-10-10T13:48:43.178" v="990"/>
        <pc:sldMkLst>
          <pc:docMk/>
          <pc:sldMk cId="3969591733" sldId="278"/>
        </pc:sldMkLst>
        <pc:spChg chg="mod">
          <ac:chgData name="Simon Watson" userId="72838b88-8064-4433-b044-cb164f56bbb1" providerId="ADAL" clId="{E4FB9C6A-3AA3-49CA-8AF9-2ED6C82459CA}" dt="2025-10-10T13:25:45.128" v="205" actId="20577"/>
          <ac:spMkLst>
            <pc:docMk/>
            <pc:sldMk cId="3969591733" sldId="278"/>
            <ac:spMk id="2" creationId="{B9286EE1-1C14-0E14-3275-BA05819BDBB1}"/>
          </ac:spMkLst>
        </pc:spChg>
        <pc:spChg chg="mod">
          <ac:chgData name="Simon Watson" userId="72838b88-8064-4433-b044-cb164f56bbb1" providerId="ADAL" clId="{E4FB9C6A-3AA3-49CA-8AF9-2ED6C82459CA}" dt="2025-10-10T13:30:25.711" v="863" actId="20577"/>
          <ac:spMkLst>
            <pc:docMk/>
            <pc:sldMk cId="3969591733" sldId="278"/>
            <ac:spMk id="3" creationId="{B2E6C687-8D26-AE82-BB58-6C053291BEC0}"/>
          </ac:spMkLst>
        </pc:spChg>
      </pc:sldChg>
      <pc:sldChg chg="addSp delSp modSp new mod modAnim">
        <pc:chgData name="Simon Watson" userId="72838b88-8064-4433-b044-cb164f56bbb1" providerId="ADAL" clId="{E4FB9C6A-3AA3-49CA-8AF9-2ED6C82459CA}" dt="2025-10-10T13:36:45.217" v="890" actId="478"/>
        <pc:sldMkLst>
          <pc:docMk/>
          <pc:sldMk cId="2086068547" sldId="279"/>
        </pc:sldMkLst>
        <pc:spChg chg="mod">
          <ac:chgData name="Simon Watson" userId="72838b88-8064-4433-b044-cb164f56bbb1" providerId="ADAL" clId="{E4FB9C6A-3AA3-49CA-8AF9-2ED6C82459CA}" dt="2025-10-10T13:30:38.212" v="882" actId="20577"/>
          <ac:spMkLst>
            <pc:docMk/>
            <pc:sldMk cId="2086068547" sldId="279"/>
            <ac:spMk id="2" creationId="{C9FEFC1F-5C72-0D0D-5311-FD1E3C31B195}"/>
          </ac:spMkLst>
        </pc:spChg>
        <pc:picChg chg="add mod">
          <ac:chgData name="Simon Watson" userId="72838b88-8064-4433-b044-cb164f56bbb1" providerId="ADAL" clId="{E4FB9C6A-3AA3-49CA-8AF9-2ED6C82459CA}" dt="2025-10-10T13:36:41.375" v="889" actId="1076"/>
          <ac:picMkLst>
            <pc:docMk/>
            <pc:sldMk cId="2086068547" sldId="279"/>
            <ac:picMk id="4" creationId="{0E785E1E-C5B5-EB5E-0FB1-49EB907DDEF3}"/>
          </ac:picMkLst>
        </pc:picChg>
      </pc:sldChg>
      <pc:sldChg chg="addSp delSp modSp new mod">
        <pc:chgData name="Simon Watson" userId="72838b88-8064-4433-b044-cb164f56bbb1" providerId="ADAL" clId="{E4FB9C6A-3AA3-49CA-8AF9-2ED6C82459CA}" dt="2025-10-10T13:36:55.723" v="908" actId="20577"/>
        <pc:sldMkLst>
          <pc:docMk/>
          <pc:sldMk cId="1227239439" sldId="280"/>
        </pc:sldMkLst>
        <pc:spChg chg="mod">
          <ac:chgData name="Simon Watson" userId="72838b88-8064-4433-b044-cb164f56bbb1" providerId="ADAL" clId="{E4FB9C6A-3AA3-49CA-8AF9-2ED6C82459CA}" dt="2025-10-10T13:36:55.723" v="908" actId="20577"/>
          <ac:spMkLst>
            <pc:docMk/>
            <pc:sldMk cId="1227239439" sldId="280"/>
            <ac:spMk id="2" creationId="{0D5CEAD8-6731-5DE9-6300-FC4007872D54}"/>
          </ac:spMkLst>
        </pc:spChg>
        <pc:picChg chg="add mod">
          <ac:chgData name="Simon Watson" userId="72838b88-8064-4433-b044-cb164f56bbb1" providerId="ADAL" clId="{E4FB9C6A-3AA3-49CA-8AF9-2ED6C82459CA}" dt="2025-10-10T13:36:51.299" v="892"/>
          <ac:picMkLst>
            <pc:docMk/>
            <pc:sldMk cId="1227239439" sldId="280"/>
            <ac:picMk id="2050" creationId="{C8BBAFC7-A222-E692-01B8-FD1BD3DE4D79}"/>
          </ac:picMkLst>
        </pc:picChg>
      </pc:sldChg>
      <pc:sldChg chg="modSp new mod">
        <pc:chgData name="Simon Watson" userId="72838b88-8064-4433-b044-cb164f56bbb1" providerId="ADAL" clId="{E4FB9C6A-3AA3-49CA-8AF9-2ED6C82459CA}" dt="2025-10-10T13:41:54.563" v="989" actId="20577"/>
        <pc:sldMkLst>
          <pc:docMk/>
          <pc:sldMk cId="3195122326" sldId="281"/>
        </pc:sldMkLst>
        <pc:spChg chg="mod">
          <ac:chgData name="Simon Watson" userId="72838b88-8064-4433-b044-cb164f56bbb1" providerId="ADAL" clId="{E4FB9C6A-3AA3-49CA-8AF9-2ED6C82459CA}" dt="2025-10-10T13:39:36.782" v="962" actId="20577"/>
          <ac:spMkLst>
            <pc:docMk/>
            <pc:sldMk cId="3195122326" sldId="281"/>
            <ac:spMk id="2" creationId="{9EF83BAF-1808-E5C8-EE95-BAE8582312B9}"/>
          </ac:spMkLst>
        </pc:spChg>
        <pc:spChg chg="mod">
          <ac:chgData name="Simon Watson" userId="72838b88-8064-4433-b044-cb164f56bbb1" providerId="ADAL" clId="{E4FB9C6A-3AA3-49CA-8AF9-2ED6C82459CA}" dt="2025-10-10T13:41:54.563" v="989" actId="20577"/>
          <ac:spMkLst>
            <pc:docMk/>
            <pc:sldMk cId="3195122326" sldId="281"/>
            <ac:spMk id="3" creationId="{46B243B0-5EFF-D46D-7686-28EF81E94D2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374914-2140-4886-9D65-D405CAE9ED9E}" type="datetimeFigureOut">
              <a:rPr lang="en-GB" smtClean="0"/>
              <a:t>13/10/2025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4D7527-0D0A-4836-B3AE-73DC98004CEA}" type="slidenum">
              <a:rPr lang="en-GB" smtClean="0"/>
              <a:t>‹#›</a:t>
            </a:fld>
            <a:endParaRPr lang="en-GB"/>
          </a:p>
        </p:txBody>
      </p:sp>
    </p:spTree>
    <p:extLst>
      <p:ext uri="{BB962C8B-B14F-4D97-AF65-F5344CB8AC3E}">
        <p14:creationId xmlns:p14="http://schemas.microsoft.com/office/powerpoint/2010/main" val="730632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8D24E-AD39-699A-39C5-598144A787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14B7C3D-13F3-79AE-F700-FF205AF20B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71F3BA3-1810-1601-3B8A-6F19573FFBE5}"/>
              </a:ext>
            </a:extLst>
          </p:cNvPr>
          <p:cNvSpPr>
            <a:spLocks noGrp="1"/>
          </p:cNvSpPr>
          <p:nvPr>
            <p:ph type="dt" sz="half" idx="10"/>
          </p:nvPr>
        </p:nvSpPr>
        <p:spPr/>
        <p:txBody>
          <a:bodyPr/>
          <a:lstStyle/>
          <a:p>
            <a:fld id="{9AD11E92-A443-4711-A489-54493A2E5B78}" type="datetimeFigureOut">
              <a:rPr lang="en-GB" smtClean="0"/>
              <a:t>13/10/2025</a:t>
            </a:fld>
            <a:endParaRPr lang="en-GB"/>
          </a:p>
        </p:txBody>
      </p:sp>
      <p:sp>
        <p:nvSpPr>
          <p:cNvPr id="5" name="Footer Placeholder 4">
            <a:extLst>
              <a:ext uri="{FF2B5EF4-FFF2-40B4-BE49-F238E27FC236}">
                <a16:creationId xmlns:a16="http://schemas.microsoft.com/office/drawing/2014/main" id="{7B42486E-A661-19A9-3129-14B226389EF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FFEF8CF-187C-AA3E-B34E-AB6FEF0368DA}"/>
              </a:ext>
            </a:extLst>
          </p:cNvPr>
          <p:cNvSpPr>
            <a:spLocks noGrp="1"/>
          </p:cNvSpPr>
          <p:nvPr>
            <p:ph type="sldNum" sz="quarter" idx="12"/>
          </p:nvPr>
        </p:nvSpPr>
        <p:spPr/>
        <p:txBody>
          <a:bodyPr/>
          <a:lstStyle/>
          <a:p>
            <a:fld id="{CE9A2010-DABE-4D5E-8CFF-1F642CFAD2DA}" type="slidenum">
              <a:rPr lang="en-GB" smtClean="0"/>
              <a:t>‹#›</a:t>
            </a:fld>
            <a:endParaRPr lang="en-GB"/>
          </a:p>
        </p:txBody>
      </p:sp>
      <p:pic>
        <p:nvPicPr>
          <p:cNvPr id="7" name="Picture 6">
            <a:extLst>
              <a:ext uri="{FF2B5EF4-FFF2-40B4-BE49-F238E27FC236}">
                <a16:creationId xmlns:a16="http://schemas.microsoft.com/office/drawing/2014/main" id="{C1634D02-9CB2-A2C0-E2CC-4558AEF4CD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3978" y="185738"/>
            <a:ext cx="1655067" cy="701041"/>
          </a:xfrm>
          <a:prstGeom prst="rect">
            <a:avLst/>
          </a:prstGeom>
        </p:spPr>
      </p:pic>
    </p:spTree>
    <p:extLst>
      <p:ext uri="{BB962C8B-B14F-4D97-AF65-F5344CB8AC3E}">
        <p14:creationId xmlns:p14="http://schemas.microsoft.com/office/powerpoint/2010/main" val="3498042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43C24-8917-C2B4-3816-ED88DE176CB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3F0F8A3-AFB1-575C-FAD4-3BED42EF2C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BBC811F-BD82-CD1C-FD9B-CE9F08862DC6}"/>
              </a:ext>
            </a:extLst>
          </p:cNvPr>
          <p:cNvSpPr>
            <a:spLocks noGrp="1"/>
          </p:cNvSpPr>
          <p:nvPr>
            <p:ph type="dt" sz="half" idx="10"/>
          </p:nvPr>
        </p:nvSpPr>
        <p:spPr/>
        <p:txBody>
          <a:bodyPr/>
          <a:lstStyle/>
          <a:p>
            <a:fld id="{9AD11E92-A443-4711-A489-54493A2E5B78}" type="datetimeFigureOut">
              <a:rPr lang="en-GB" smtClean="0"/>
              <a:t>13/10/2025</a:t>
            </a:fld>
            <a:endParaRPr lang="en-GB"/>
          </a:p>
        </p:txBody>
      </p:sp>
      <p:sp>
        <p:nvSpPr>
          <p:cNvPr id="5" name="Footer Placeholder 4">
            <a:extLst>
              <a:ext uri="{FF2B5EF4-FFF2-40B4-BE49-F238E27FC236}">
                <a16:creationId xmlns:a16="http://schemas.microsoft.com/office/drawing/2014/main" id="{8FD5FC0C-6AEA-D22D-93D0-05B39038CB1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4C3D56-981B-8302-A553-F89624D23A7A}"/>
              </a:ext>
            </a:extLst>
          </p:cNvPr>
          <p:cNvSpPr>
            <a:spLocks noGrp="1"/>
          </p:cNvSpPr>
          <p:nvPr>
            <p:ph type="sldNum" sz="quarter" idx="12"/>
          </p:nvPr>
        </p:nvSpPr>
        <p:spPr/>
        <p:txBody>
          <a:bodyPr/>
          <a:lstStyle/>
          <a:p>
            <a:fld id="{CE9A2010-DABE-4D5E-8CFF-1F642CFAD2DA}" type="slidenum">
              <a:rPr lang="en-GB" smtClean="0"/>
              <a:t>‹#›</a:t>
            </a:fld>
            <a:endParaRPr lang="en-GB"/>
          </a:p>
        </p:txBody>
      </p:sp>
    </p:spTree>
    <p:extLst>
      <p:ext uri="{BB962C8B-B14F-4D97-AF65-F5344CB8AC3E}">
        <p14:creationId xmlns:p14="http://schemas.microsoft.com/office/powerpoint/2010/main" val="2559833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69E7-EBE4-9951-F7CA-3D28D9AF0C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FAAB583-17C4-A1A7-2D14-7F46EDF374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C3D819-2D79-F20A-156C-BF1DBB572FBC}"/>
              </a:ext>
            </a:extLst>
          </p:cNvPr>
          <p:cNvSpPr>
            <a:spLocks noGrp="1"/>
          </p:cNvSpPr>
          <p:nvPr>
            <p:ph type="dt" sz="half" idx="10"/>
          </p:nvPr>
        </p:nvSpPr>
        <p:spPr/>
        <p:txBody>
          <a:bodyPr/>
          <a:lstStyle/>
          <a:p>
            <a:fld id="{9AD11E92-A443-4711-A489-54493A2E5B78}" type="datetimeFigureOut">
              <a:rPr lang="en-GB" smtClean="0"/>
              <a:t>13/10/2025</a:t>
            </a:fld>
            <a:endParaRPr lang="en-GB"/>
          </a:p>
        </p:txBody>
      </p:sp>
      <p:sp>
        <p:nvSpPr>
          <p:cNvPr id="5" name="Footer Placeholder 4">
            <a:extLst>
              <a:ext uri="{FF2B5EF4-FFF2-40B4-BE49-F238E27FC236}">
                <a16:creationId xmlns:a16="http://schemas.microsoft.com/office/drawing/2014/main" id="{88392ACD-9D57-46ED-94D1-B02692C623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78B112D-7D09-334F-D106-2D049413155E}"/>
              </a:ext>
            </a:extLst>
          </p:cNvPr>
          <p:cNvSpPr>
            <a:spLocks noGrp="1"/>
          </p:cNvSpPr>
          <p:nvPr>
            <p:ph type="sldNum" sz="quarter" idx="12"/>
          </p:nvPr>
        </p:nvSpPr>
        <p:spPr/>
        <p:txBody>
          <a:bodyPr/>
          <a:lstStyle/>
          <a:p>
            <a:fld id="{CE9A2010-DABE-4D5E-8CFF-1F642CFAD2DA}" type="slidenum">
              <a:rPr lang="en-GB" smtClean="0"/>
              <a:t>‹#›</a:t>
            </a:fld>
            <a:endParaRPr lang="en-GB"/>
          </a:p>
        </p:txBody>
      </p:sp>
    </p:spTree>
    <p:extLst>
      <p:ext uri="{BB962C8B-B14F-4D97-AF65-F5344CB8AC3E}">
        <p14:creationId xmlns:p14="http://schemas.microsoft.com/office/powerpoint/2010/main" val="1166395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04747-34F0-D594-C725-F2B2AEF8A23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8BD9F3A-DA4D-C1F6-4A0F-E401331A4C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33124E8-0112-7D9F-973A-90CD255AEB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AB90CAD-3BC0-30A7-C94F-BA67722408DE}"/>
              </a:ext>
            </a:extLst>
          </p:cNvPr>
          <p:cNvSpPr>
            <a:spLocks noGrp="1"/>
          </p:cNvSpPr>
          <p:nvPr>
            <p:ph type="dt" sz="half" idx="10"/>
          </p:nvPr>
        </p:nvSpPr>
        <p:spPr/>
        <p:txBody>
          <a:bodyPr/>
          <a:lstStyle/>
          <a:p>
            <a:fld id="{9AD11E92-A443-4711-A489-54493A2E5B78}" type="datetimeFigureOut">
              <a:rPr lang="en-GB" smtClean="0"/>
              <a:t>13/10/2025</a:t>
            </a:fld>
            <a:endParaRPr lang="en-GB"/>
          </a:p>
        </p:txBody>
      </p:sp>
      <p:sp>
        <p:nvSpPr>
          <p:cNvPr id="6" name="Footer Placeholder 5">
            <a:extLst>
              <a:ext uri="{FF2B5EF4-FFF2-40B4-BE49-F238E27FC236}">
                <a16:creationId xmlns:a16="http://schemas.microsoft.com/office/drawing/2014/main" id="{BD92995E-64B7-DD70-9EA1-866BDDDAF7C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DAA8CA9-41D7-CE4F-79FB-D282FB4F31CF}"/>
              </a:ext>
            </a:extLst>
          </p:cNvPr>
          <p:cNvSpPr>
            <a:spLocks noGrp="1"/>
          </p:cNvSpPr>
          <p:nvPr>
            <p:ph type="sldNum" sz="quarter" idx="12"/>
          </p:nvPr>
        </p:nvSpPr>
        <p:spPr/>
        <p:txBody>
          <a:bodyPr/>
          <a:lstStyle/>
          <a:p>
            <a:fld id="{CE9A2010-DABE-4D5E-8CFF-1F642CFAD2DA}" type="slidenum">
              <a:rPr lang="en-GB" smtClean="0"/>
              <a:t>‹#›</a:t>
            </a:fld>
            <a:endParaRPr lang="en-GB"/>
          </a:p>
        </p:txBody>
      </p:sp>
    </p:spTree>
    <p:extLst>
      <p:ext uri="{BB962C8B-B14F-4D97-AF65-F5344CB8AC3E}">
        <p14:creationId xmlns:p14="http://schemas.microsoft.com/office/powerpoint/2010/main" val="4218502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7965B-4963-1554-5F01-6A9309E9976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2EACCE4-F2C1-B457-D6CF-45461D3058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811AF6-D1E2-26AF-93D1-BBE6795AAA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4098C5C-A8E7-5755-1790-4FF3F45577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C8CCE4-1829-EDFF-5017-BFA70F8EB8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E5BDEEA-4836-3141-274A-6548E3DB6521}"/>
              </a:ext>
            </a:extLst>
          </p:cNvPr>
          <p:cNvSpPr>
            <a:spLocks noGrp="1"/>
          </p:cNvSpPr>
          <p:nvPr>
            <p:ph type="dt" sz="half" idx="10"/>
          </p:nvPr>
        </p:nvSpPr>
        <p:spPr/>
        <p:txBody>
          <a:bodyPr/>
          <a:lstStyle/>
          <a:p>
            <a:fld id="{9AD11E92-A443-4711-A489-54493A2E5B78}" type="datetimeFigureOut">
              <a:rPr lang="en-GB" smtClean="0"/>
              <a:t>13/10/2025</a:t>
            </a:fld>
            <a:endParaRPr lang="en-GB"/>
          </a:p>
        </p:txBody>
      </p:sp>
      <p:sp>
        <p:nvSpPr>
          <p:cNvPr id="8" name="Footer Placeholder 7">
            <a:extLst>
              <a:ext uri="{FF2B5EF4-FFF2-40B4-BE49-F238E27FC236}">
                <a16:creationId xmlns:a16="http://schemas.microsoft.com/office/drawing/2014/main" id="{AC2078EB-4818-2320-DBCC-E953FE67F5F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590D8E7-2F6B-DFF5-6C54-45A65B20C52C}"/>
              </a:ext>
            </a:extLst>
          </p:cNvPr>
          <p:cNvSpPr>
            <a:spLocks noGrp="1"/>
          </p:cNvSpPr>
          <p:nvPr>
            <p:ph type="sldNum" sz="quarter" idx="12"/>
          </p:nvPr>
        </p:nvSpPr>
        <p:spPr/>
        <p:txBody>
          <a:bodyPr/>
          <a:lstStyle/>
          <a:p>
            <a:fld id="{CE9A2010-DABE-4D5E-8CFF-1F642CFAD2DA}" type="slidenum">
              <a:rPr lang="en-GB" smtClean="0"/>
              <a:t>‹#›</a:t>
            </a:fld>
            <a:endParaRPr lang="en-GB"/>
          </a:p>
        </p:txBody>
      </p:sp>
    </p:spTree>
    <p:extLst>
      <p:ext uri="{BB962C8B-B14F-4D97-AF65-F5344CB8AC3E}">
        <p14:creationId xmlns:p14="http://schemas.microsoft.com/office/powerpoint/2010/main" val="2022718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31A7C-4DF0-025B-27B9-0EB842882CE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BEDB0E2-57ED-0501-F797-042CC29B7053}"/>
              </a:ext>
            </a:extLst>
          </p:cNvPr>
          <p:cNvSpPr>
            <a:spLocks noGrp="1"/>
          </p:cNvSpPr>
          <p:nvPr>
            <p:ph type="dt" sz="half" idx="10"/>
          </p:nvPr>
        </p:nvSpPr>
        <p:spPr/>
        <p:txBody>
          <a:bodyPr/>
          <a:lstStyle/>
          <a:p>
            <a:fld id="{9AD11E92-A443-4711-A489-54493A2E5B78}" type="datetimeFigureOut">
              <a:rPr lang="en-GB" smtClean="0"/>
              <a:t>13/10/2025</a:t>
            </a:fld>
            <a:endParaRPr lang="en-GB"/>
          </a:p>
        </p:txBody>
      </p:sp>
      <p:sp>
        <p:nvSpPr>
          <p:cNvPr id="4" name="Footer Placeholder 3">
            <a:extLst>
              <a:ext uri="{FF2B5EF4-FFF2-40B4-BE49-F238E27FC236}">
                <a16:creationId xmlns:a16="http://schemas.microsoft.com/office/drawing/2014/main" id="{88BD5214-4699-BDE8-2E60-CE04CFB175C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A957602-0433-D408-930B-0A6518C58350}"/>
              </a:ext>
            </a:extLst>
          </p:cNvPr>
          <p:cNvSpPr>
            <a:spLocks noGrp="1"/>
          </p:cNvSpPr>
          <p:nvPr>
            <p:ph type="sldNum" sz="quarter" idx="12"/>
          </p:nvPr>
        </p:nvSpPr>
        <p:spPr/>
        <p:txBody>
          <a:bodyPr/>
          <a:lstStyle/>
          <a:p>
            <a:fld id="{CE9A2010-DABE-4D5E-8CFF-1F642CFAD2DA}" type="slidenum">
              <a:rPr lang="en-GB" smtClean="0"/>
              <a:t>‹#›</a:t>
            </a:fld>
            <a:endParaRPr lang="en-GB"/>
          </a:p>
        </p:txBody>
      </p:sp>
    </p:spTree>
    <p:extLst>
      <p:ext uri="{BB962C8B-B14F-4D97-AF65-F5344CB8AC3E}">
        <p14:creationId xmlns:p14="http://schemas.microsoft.com/office/powerpoint/2010/main" val="1022397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B5FDA4-1C2C-D168-B932-A2341106CD73}"/>
              </a:ext>
            </a:extLst>
          </p:cNvPr>
          <p:cNvSpPr>
            <a:spLocks noGrp="1"/>
          </p:cNvSpPr>
          <p:nvPr>
            <p:ph type="dt" sz="half" idx="10"/>
          </p:nvPr>
        </p:nvSpPr>
        <p:spPr/>
        <p:txBody>
          <a:bodyPr/>
          <a:lstStyle/>
          <a:p>
            <a:fld id="{9AD11E92-A443-4711-A489-54493A2E5B78}" type="datetimeFigureOut">
              <a:rPr lang="en-GB" smtClean="0"/>
              <a:t>13/10/2025</a:t>
            </a:fld>
            <a:endParaRPr lang="en-GB"/>
          </a:p>
        </p:txBody>
      </p:sp>
      <p:sp>
        <p:nvSpPr>
          <p:cNvPr id="3" name="Footer Placeholder 2">
            <a:extLst>
              <a:ext uri="{FF2B5EF4-FFF2-40B4-BE49-F238E27FC236}">
                <a16:creationId xmlns:a16="http://schemas.microsoft.com/office/drawing/2014/main" id="{D5BDBCBA-6981-E07F-2177-EB2B4B14827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46B4FF4-C148-03C1-2AC8-80A1497F4B78}"/>
              </a:ext>
            </a:extLst>
          </p:cNvPr>
          <p:cNvSpPr>
            <a:spLocks noGrp="1"/>
          </p:cNvSpPr>
          <p:nvPr>
            <p:ph type="sldNum" sz="quarter" idx="12"/>
          </p:nvPr>
        </p:nvSpPr>
        <p:spPr/>
        <p:txBody>
          <a:bodyPr/>
          <a:lstStyle/>
          <a:p>
            <a:fld id="{CE9A2010-DABE-4D5E-8CFF-1F642CFAD2DA}" type="slidenum">
              <a:rPr lang="en-GB" smtClean="0"/>
              <a:t>‹#›</a:t>
            </a:fld>
            <a:endParaRPr lang="en-GB"/>
          </a:p>
        </p:txBody>
      </p:sp>
    </p:spTree>
    <p:extLst>
      <p:ext uri="{BB962C8B-B14F-4D97-AF65-F5344CB8AC3E}">
        <p14:creationId xmlns:p14="http://schemas.microsoft.com/office/powerpoint/2010/main" val="346286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171B0-C77D-9EDC-8C45-CBD1AC3059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C2CE061-BF99-A557-A12E-32744F5D6C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30D648A-8ED0-1A25-C51B-47348DC9C5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DE3A47-3FCC-0811-FF33-268999CF620A}"/>
              </a:ext>
            </a:extLst>
          </p:cNvPr>
          <p:cNvSpPr>
            <a:spLocks noGrp="1"/>
          </p:cNvSpPr>
          <p:nvPr>
            <p:ph type="dt" sz="half" idx="10"/>
          </p:nvPr>
        </p:nvSpPr>
        <p:spPr/>
        <p:txBody>
          <a:bodyPr/>
          <a:lstStyle/>
          <a:p>
            <a:fld id="{9AD11E92-A443-4711-A489-54493A2E5B78}" type="datetimeFigureOut">
              <a:rPr lang="en-GB" smtClean="0"/>
              <a:t>13/10/2025</a:t>
            </a:fld>
            <a:endParaRPr lang="en-GB"/>
          </a:p>
        </p:txBody>
      </p:sp>
      <p:sp>
        <p:nvSpPr>
          <p:cNvPr id="6" name="Footer Placeholder 5">
            <a:extLst>
              <a:ext uri="{FF2B5EF4-FFF2-40B4-BE49-F238E27FC236}">
                <a16:creationId xmlns:a16="http://schemas.microsoft.com/office/drawing/2014/main" id="{1DEFE83B-5427-F349-C467-3126F0C803E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7256AF4-4077-F1A5-DB37-1F5F5BC62C3F}"/>
              </a:ext>
            </a:extLst>
          </p:cNvPr>
          <p:cNvSpPr>
            <a:spLocks noGrp="1"/>
          </p:cNvSpPr>
          <p:nvPr>
            <p:ph type="sldNum" sz="quarter" idx="12"/>
          </p:nvPr>
        </p:nvSpPr>
        <p:spPr/>
        <p:txBody>
          <a:bodyPr/>
          <a:lstStyle/>
          <a:p>
            <a:fld id="{CE9A2010-DABE-4D5E-8CFF-1F642CFAD2DA}" type="slidenum">
              <a:rPr lang="en-GB" smtClean="0"/>
              <a:t>‹#›</a:t>
            </a:fld>
            <a:endParaRPr lang="en-GB"/>
          </a:p>
        </p:txBody>
      </p:sp>
    </p:spTree>
    <p:extLst>
      <p:ext uri="{BB962C8B-B14F-4D97-AF65-F5344CB8AC3E}">
        <p14:creationId xmlns:p14="http://schemas.microsoft.com/office/powerpoint/2010/main" val="304007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F32A9-CFFD-E57D-A4ED-16517CEE23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CDB647F-2A97-49E3-5E1F-9512D25FAF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21DAFFB-FA61-748E-8263-B5A9AFB0C5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973957-BB73-0F8C-E1D5-F91121E447AB}"/>
              </a:ext>
            </a:extLst>
          </p:cNvPr>
          <p:cNvSpPr>
            <a:spLocks noGrp="1"/>
          </p:cNvSpPr>
          <p:nvPr>
            <p:ph type="dt" sz="half" idx="10"/>
          </p:nvPr>
        </p:nvSpPr>
        <p:spPr/>
        <p:txBody>
          <a:bodyPr/>
          <a:lstStyle/>
          <a:p>
            <a:fld id="{9AD11E92-A443-4711-A489-54493A2E5B78}" type="datetimeFigureOut">
              <a:rPr lang="en-GB" smtClean="0"/>
              <a:t>13/10/2025</a:t>
            </a:fld>
            <a:endParaRPr lang="en-GB"/>
          </a:p>
        </p:txBody>
      </p:sp>
      <p:sp>
        <p:nvSpPr>
          <p:cNvPr id="6" name="Footer Placeholder 5">
            <a:extLst>
              <a:ext uri="{FF2B5EF4-FFF2-40B4-BE49-F238E27FC236}">
                <a16:creationId xmlns:a16="http://schemas.microsoft.com/office/drawing/2014/main" id="{7D203177-7C93-25E9-42AE-900AED57CEB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4F33782-15CC-CF07-67B7-EDB2C8F8F8C3}"/>
              </a:ext>
            </a:extLst>
          </p:cNvPr>
          <p:cNvSpPr>
            <a:spLocks noGrp="1"/>
          </p:cNvSpPr>
          <p:nvPr>
            <p:ph type="sldNum" sz="quarter" idx="12"/>
          </p:nvPr>
        </p:nvSpPr>
        <p:spPr/>
        <p:txBody>
          <a:bodyPr/>
          <a:lstStyle/>
          <a:p>
            <a:fld id="{CE9A2010-DABE-4D5E-8CFF-1F642CFAD2DA}" type="slidenum">
              <a:rPr lang="en-GB" smtClean="0"/>
              <a:t>‹#›</a:t>
            </a:fld>
            <a:endParaRPr lang="en-GB"/>
          </a:p>
        </p:txBody>
      </p:sp>
    </p:spTree>
    <p:extLst>
      <p:ext uri="{BB962C8B-B14F-4D97-AF65-F5344CB8AC3E}">
        <p14:creationId xmlns:p14="http://schemas.microsoft.com/office/powerpoint/2010/main" val="2646263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24CD8-B590-EA5F-57DE-CCBE860285C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84E8D71-527A-7345-42DA-94D29D03D6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8FEC43F-1C32-225B-4BDC-5170543FEE8F}"/>
              </a:ext>
            </a:extLst>
          </p:cNvPr>
          <p:cNvSpPr>
            <a:spLocks noGrp="1"/>
          </p:cNvSpPr>
          <p:nvPr>
            <p:ph type="dt" sz="half" idx="10"/>
          </p:nvPr>
        </p:nvSpPr>
        <p:spPr/>
        <p:txBody>
          <a:bodyPr/>
          <a:lstStyle/>
          <a:p>
            <a:fld id="{9AD11E92-A443-4711-A489-54493A2E5B78}" type="datetimeFigureOut">
              <a:rPr lang="en-GB" smtClean="0"/>
              <a:t>13/10/2025</a:t>
            </a:fld>
            <a:endParaRPr lang="en-GB"/>
          </a:p>
        </p:txBody>
      </p:sp>
      <p:sp>
        <p:nvSpPr>
          <p:cNvPr id="5" name="Footer Placeholder 4">
            <a:extLst>
              <a:ext uri="{FF2B5EF4-FFF2-40B4-BE49-F238E27FC236}">
                <a16:creationId xmlns:a16="http://schemas.microsoft.com/office/drawing/2014/main" id="{0A31C62E-77C0-9378-4F7E-DB4D6101182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90494EB-8608-ECB4-3C8B-C3596A90D7E6}"/>
              </a:ext>
            </a:extLst>
          </p:cNvPr>
          <p:cNvSpPr>
            <a:spLocks noGrp="1"/>
          </p:cNvSpPr>
          <p:nvPr>
            <p:ph type="sldNum" sz="quarter" idx="12"/>
          </p:nvPr>
        </p:nvSpPr>
        <p:spPr/>
        <p:txBody>
          <a:bodyPr/>
          <a:lstStyle/>
          <a:p>
            <a:fld id="{CE9A2010-DABE-4D5E-8CFF-1F642CFAD2DA}" type="slidenum">
              <a:rPr lang="en-GB" smtClean="0"/>
              <a:t>‹#›</a:t>
            </a:fld>
            <a:endParaRPr lang="en-GB"/>
          </a:p>
        </p:txBody>
      </p:sp>
    </p:spTree>
    <p:extLst>
      <p:ext uri="{BB962C8B-B14F-4D97-AF65-F5344CB8AC3E}">
        <p14:creationId xmlns:p14="http://schemas.microsoft.com/office/powerpoint/2010/main" val="1391159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B67D29-A16F-6DD7-DA97-DE25D5E21C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ED8FB4D-8FB1-7B4C-0E0F-6A7763707F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ACA159-8EF5-7424-DC00-4B587FCBD34D}"/>
              </a:ext>
            </a:extLst>
          </p:cNvPr>
          <p:cNvSpPr>
            <a:spLocks noGrp="1"/>
          </p:cNvSpPr>
          <p:nvPr>
            <p:ph type="dt" sz="half" idx="10"/>
          </p:nvPr>
        </p:nvSpPr>
        <p:spPr/>
        <p:txBody>
          <a:bodyPr/>
          <a:lstStyle/>
          <a:p>
            <a:fld id="{9AD11E92-A443-4711-A489-54493A2E5B78}" type="datetimeFigureOut">
              <a:rPr lang="en-GB" smtClean="0"/>
              <a:t>13/10/2025</a:t>
            </a:fld>
            <a:endParaRPr lang="en-GB"/>
          </a:p>
        </p:txBody>
      </p:sp>
      <p:sp>
        <p:nvSpPr>
          <p:cNvPr id="5" name="Footer Placeholder 4">
            <a:extLst>
              <a:ext uri="{FF2B5EF4-FFF2-40B4-BE49-F238E27FC236}">
                <a16:creationId xmlns:a16="http://schemas.microsoft.com/office/drawing/2014/main" id="{8BE1D0AA-CEE0-D9CB-7A91-3CBECF386AF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EBF4D6F-75B7-5F17-4BA8-CC0F0C09AD24}"/>
              </a:ext>
            </a:extLst>
          </p:cNvPr>
          <p:cNvSpPr>
            <a:spLocks noGrp="1"/>
          </p:cNvSpPr>
          <p:nvPr>
            <p:ph type="sldNum" sz="quarter" idx="12"/>
          </p:nvPr>
        </p:nvSpPr>
        <p:spPr/>
        <p:txBody>
          <a:bodyPr/>
          <a:lstStyle/>
          <a:p>
            <a:fld id="{CE9A2010-DABE-4D5E-8CFF-1F642CFAD2DA}" type="slidenum">
              <a:rPr lang="en-GB" smtClean="0"/>
              <a:t>‹#›</a:t>
            </a:fld>
            <a:endParaRPr lang="en-GB"/>
          </a:p>
        </p:txBody>
      </p:sp>
    </p:spTree>
    <p:extLst>
      <p:ext uri="{BB962C8B-B14F-4D97-AF65-F5344CB8AC3E}">
        <p14:creationId xmlns:p14="http://schemas.microsoft.com/office/powerpoint/2010/main" val="1235359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AF5C21-D4CB-5AC0-347D-E8F76AC0FEDB}"/>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98E07F-78CC-AE42-E718-376346B408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5CD958F-CB0C-E70A-1BAE-590834E57B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D11E92-A443-4711-A489-54493A2E5B78}" type="datetimeFigureOut">
              <a:rPr lang="en-GB" smtClean="0"/>
              <a:t>13/10/2025</a:t>
            </a:fld>
            <a:endParaRPr lang="en-GB"/>
          </a:p>
        </p:txBody>
      </p:sp>
      <p:sp>
        <p:nvSpPr>
          <p:cNvPr id="5" name="Footer Placeholder 4">
            <a:extLst>
              <a:ext uri="{FF2B5EF4-FFF2-40B4-BE49-F238E27FC236}">
                <a16:creationId xmlns:a16="http://schemas.microsoft.com/office/drawing/2014/main" id="{2FB504F8-C155-94B6-2CC6-45218FA6A7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B0E915D-F9A9-6C07-BB52-7E7622C24D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9A2010-DABE-4D5E-8CFF-1F642CFAD2DA}" type="slidenum">
              <a:rPr lang="en-GB" smtClean="0"/>
              <a:t>‹#›</a:t>
            </a:fld>
            <a:endParaRPr lang="en-GB"/>
          </a:p>
        </p:txBody>
      </p:sp>
      <p:pic>
        <p:nvPicPr>
          <p:cNvPr id="7" name="Picture 6">
            <a:extLst>
              <a:ext uri="{FF2B5EF4-FFF2-40B4-BE49-F238E27FC236}">
                <a16:creationId xmlns:a16="http://schemas.microsoft.com/office/drawing/2014/main" id="{C9E6363D-7C42-FD55-732C-0041E1C09F14}"/>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53978" y="185738"/>
            <a:ext cx="1655067" cy="701041"/>
          </a:xfrm>
          <a:prstGeom prst="rect">
            <a:avLst/>
          </a:prstGeom>
        </p:spPr>
      </p:pic>
    </p:spTree>
    <p:extLst>
      <p:ext uri="{BB962C8B-B14F-4D97-AF65-F5344CB8AC3E}">
        <p14:creationId xmlns:p14="http://schemas.microsoft.com/office/powerpoint/2010/main" val="19919858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3" Type="http://schemas.openxmlformats.org/officeDocument/2006/relationships/image" Target="../media/image4.svg"/><Relationship Id="rId7" Type="http://schemas.openxmlformats.org/officeDocument/2006/relationships/image" Target="../media/image8.sv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slideLayout" Target="../slideLayouts/slideLayout2.xml"/><Relationship Id="rId1" Type="http://schemas.openxmlformats.org/officeDocument/2006/relationships/video" Target="https://www.youtube.com/embed/YgXPN03oxkc?feature=oembed"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DF94E-09EC-4740-7780-CD87806BAA17}"/>
              </a:ext>
            </a:extLst>
          </p:cNvPr>
          <p:cNvSpPr>
            <a:spLocks noGrp="1"/>
          </p:cNvSpPr>
          <p:nvPr>
            <p:ph type="ctrTitle"/>
          </p:nvPr>
        </p:nvSpPr>
        <p:spPr>
          <a:xfrm>
            <a:off x="1524000" y="867139"/>
            <a:ext cx="9144000" cy="4059382"/>
          </a:xfrm>
        </p:spPr>
        <p:txBody>
          <a:bodyPr>
            <a:normAutofit/>
          </a:bodyPr>
          <a:lstStyle/>
          <a:p>
            <a:r>
              <a:rPr lang="en-US" dirty="0"/>
              <a:t>AERO62520 Robotic Systems Design Project</a:t>
            </a:r>
            <a:br>
              <a:rPr lang="en-US" dirty="0"/>
            </a:br>
            <a:br>
              <a:rPr lang="en-US" dirty="0"/>
            </a:br>
            <a:r>
              <a:rPr lang="en-US" sz="4800" b="1" dirty="0"/>
              <a:t>Design Requirements Analysis</a:t>
            </a:r>
            <a:endParaRPr lang="en-GB" dirty="0"/>
          </a:p>
        </p:txBody>
      </p:sp>
      <p:pic>
        <p:nvPicPr>
          <p:cNvPr id="4" name="Picture 3">
            <a:extLst>
              <a:ext uri="{FF2B5EF4-FFF2-40B4-BE49-F238E27FC236}">
                <a16:creationId xmlns:a16="http://schemas.microsoft.com/office/drawing/2014/main" id="{5EAA1E19-3298-1BD8-F8EA-C2ABDAD0297C}"/>
              </a:ext>
            </a:extLst>
          </p:cNvPr>
          <p:cNvPicPr>
            <a:picLocks noChangeAspect="1"/>
          </p:cNvPicPr>
          <p:nvPr/>
        </p:nvPicPr>
        <p:blipFill>
          <a:blip r:embed="rId2"/>
          <a:stretch>
            <a:fillRect/>
          </a:stretch>
        </p:blipFill>
        <p:spPr>
          <a:xfrm>
            <a:off x="0" y="4687613"/>
            <a:ext cx="2170387" cy="2170387"/>
          </a:xfrm>
          <a:prstGeom prst="rect">
            <a:avLst/>
          </a:prstGeom>
        </p:spPr>
      </p:pic>
      <p:sp>
        <p:nvSpPr>
          <p:cNvPr id="6" name="TextBox 5">
            <a:extLst>
              <a:ext uri="{FF2B5EF4-FFF2-40B4-BE49-F238E27FC236}">
                <a16:creationId xmlns:a16="http://schemas.microsoft.com/office/drawing/2014/main" id="{A0B43260-DB86-CA15-F567-0EBC699F639B}"/>
              </a:ext>
            </a:extLst>
          </p:cNvPr>
          <p:cNvSpPr txBox="1"/>
          <p:nvPr/>
        </p:nvSpPr>
        <p:spPr>
          <a:xfrm>
            <a:off x="579785" y="4502947"/>
            <a:ext cx="1010816" cy="369332"/>
          </a:xfrm>
          <a:prstGeom prst="rect">
            <a:avLst/>
          </a:prstGeom>
          <a:noFill/>
        </p:spPr>
        <p:txBody>
          <a:bodyPr wrap="square">
            <a:spAutoFit/>
          </a:bodyPr>
          <a:lstStyle/>
          <a:p>
            <a:pPr algn="ctr"/>
            <a:r>
              <a:rPr lang="en-GB" dirty="0"/>
              <a:t>639716</a:t>
            </a:r>
          </a:p>
        </p:txBody>
      </p:sp>
    </p:spTree>
    <p:extLst>
      <p:ext uri="{BB962C8B-B14F-4D97-AF65-F5344CB8AC3E}">
        <p14:creationId xmlns:p14="http://schemas.microsoft.com/office/powerpoint/2010/main" val="9126530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D5F8F-616C-2C49-E058-375DE8971B00}"/>
              </a:ext>
            </a:extLst>
          </p:cNvPr>
          <p:cNvSpPr>
            <a:spLocks noGrp="1"/>
          </p:cNvSpPr>
          <p:nvPr>
            <p:ph type="title"/>
          </p:nvPr>
        </p:nvSpPr>
        <p:spPr/>
        <p:txBody>
          <a:bodyPr/>
          <a:lstStyle/>
          <a:p>
            <a:r>
              <a:rPr lang="en-GB" dirty="0"/>
              <a:t>Design Requirements Process</a:t>
            </a:r>
          </a:p>
        </p:txBody>
      </p:sp>
      <p:grpSp>
        <p:nvGrpSpPr>
          <p:cNvPr id="21" name="Group 20">
            <a:extLst>
              <a:ext uri="{FF2B5EF4-FFF2-40B4-BE49-F238E27FC236}">
                <a16:creationId xmlns:a16="http://schemas.microsoft.com/office/drawing/2014/main" id="{28C444E9-3093-6FC2-DAEC-E1ACB05D6646}"/>
              </a:ext>
            </a:extLst>
          </p:cNvPr>
          <p:cNvGrpSpPr/>
          <p:nvPr/>
        </p:nvGrpSpPr>
        <p:grpSpPr>
          <a:xfrm>
            <a:off x="365051" y="2964297"/>
            <a:ext cx="1496607" cy="1658486"/>
            <a:chOff x="1046503" y="2349000"/>
            <a:chExt cx="1496607" cy="1658486"/>
          </a:xfrm>
        </p:grpSpPr>
        <p:pic>
          <p:nvPicPr>
            <p:cNvPr id="5" name="Graphic 4" descr="Boardroom outline">
              <a:extLst>
                <a:ext uri="{FF2B5EF4-FFF2-40B4-BE49-F238E27FC236}">
                  <a16:creationId xmlns:a16="http://schemas.microsoft.com/office/drawing/2014/main" id="{39420E8A-EA6B-20CA-0BDB-B72B894E068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54806" y="2349000"/>
              <a:ext cx="1080000" cy="1080000"/>
            </a:xfrm>
            <a:prstGeom prst="rect">
              <a:avLst/>
            </a:prstGeom>
          </p:spPr>
        </p:pic>
        <p:sp>
          <p:nvSpPr>
            <p:cNvPr id="16" name="TextBox 15">
              <a:extLst>
                <a:ext uri="{FF2B5EF4-FFF2-40B4-BE49-F238E27FC236}">
                  <a16:creationId xmlns:a16="http://schemas.microsoft.com/office/drawing/2014/main" id="{DFD577F6-B8E3-1A16-E2DA-6684A4BDC771}"/>
                </a:ext>
              </a:extLst>
            </p:cNvPr>
            <p:cNvSpPr txBox="1"/>
            <p:nvPr/>
          </p:nvSpPr>
          <p:spPr>
            <a:xfrm>
              <a:off x="1046503" y="3361155"/>
              <a:ext cx="1496607" cy="646331"/>
            </a:xfrm>
            <a:prstGeom prst="rect">
              <a:avLst/>
            </a:prstGeom>
            <a:noFill/>
          </p:spPr>
          <p:txBody>
            <a:bodyPr wrap="square" rtlCol="0">
              <a:spAutoFit/>
            </a:bodyPr>
            <a:lstStyle/>
            <a:p>
              <a:pPr algn="ctr"/>
              <a:r>
                <a:rPr lang="en-GB" dirty="0"/>
                <a:t>Stakeholder Engagement</a:t>
              </a:r>
            </a:p>
          </p:txBody>
        </p:sp>
      </p:grpSp>
      <p:grpSp>
        <p:nvGrpSpPr>
          <p:cNvPr id="22" name="Group 21">
            <a:extLst>
              <a:ext uri="{FF2B5EF4-FFF2-40B4-BE49-F238E27FC236}">
                <a16:creationId xmlns:a16="http://schemas.microsoft.com/office/drawing/2014/main" id="{8AD58255-9129-151C-FD3F-173C94AAB82C}"/>
              </a:ext>
            </a:extLst>
          </p:cNvPr>
          <p:cNvGrpSpPr/>
          <p:nvPr/>
        </p:nvGrpSpPr>
        <p:grpSpPr>
          <a:xfrm>
            <a:off x="2402161" y="2964297"/>
            <a:ext cx="1496607" cy="1575686"/>
            <a:chOff x="3039619" y="2431800"/>
            <a:chExt cx="1496607" cy="1575686"/>
          </a:xfrm>
        </p:grpSpPr>
        <p:pic>
          <p:nvPicPr>
            <p:cNvPr id="13" name="Graphic 12" descr="Contract outline">
              <a:extLst>
                <a:ext uri="{FF2B5EF4-FFF2-40B4-BE49-F238E27FC236}">
                  <a16:creationId xmlns:a16="http://schemas.microsoft.com/office/drawing/2014/main" id="{BE1FF283-D729-C3D1-0587-4FF65E95497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30723" y="2431800"/>
              <a:ext cx="914400" cy="914400"/>
            </a:xfrm>
            <a:prstGeom prst="rect">
              <a:avLst/>
            </a:prstGeom>
          </p:spPr>
        </p:pic>
        <p:sp>
          <p:nvSpPr>
            <p:cNvPr id="17" name="TextBox 16">
              <a:extLst>
                <a:ext uri="{FF2B5EF4-FFF2-40B4-BE49-F238E27FC236}">
                  <a16:creationId xmlns:a16="http://schemas.microsoft.com/office/drawing/2014/main" id="{A95997AD-885C-3FC0-1A80-DA9D025054F2}"/>
                </a:ext>
              </a:extLst>
            </p:cNvPr>
            <p:cNvSpPr txBox="1"/>
            <p:nvPr/>
          </p:nvSpPr>
          <p:spPr>
            <a:xfrm>
              <a:off x="3039619" y="3361155"/>
              <a:ext cx="1496607" cy="646331"/>
            </a:xfrm>
            <a:prstGeom prst="rect">
              <a:avLst/>
            </a:prstGeom>
            <a:noFill/>
          </p:spPr>
          <p:txBody>
            <a:bodyPr wrap="square" rtlCol="0">
              <a:spAutoFit/>
            </a:bodyPr>
            <a:lstStyle/>
            <a:p>
              <a:pPr algn="ctr"/>
              <a:r>
                <a:rPr lang="en-GB" dirty="0"/>
                <a:t>Problem Statement</a:t>
              </a:r>
            </a:p>
          </p:txBody>
        </p:sp>
      </p:grpSp>
      <p:grpSp>
        <p:nvGrpSpPr>
          <p:cNvPr id="23" name="Group 22">
            <a:extLst>
              <a:ext uri="{FF2B5EF4-FFF2-40B4-BE49-F238E27FC236}">
                <a16:creationId xmlns:a16="http://schemas.microsoft.com/office/drawing/2014/main" id="{F6AB7584-5A08-9CC5-7C5C-827FE276B4B4}"/>
              </a:ext>
            </a:extLst>
          </p:cNvPr>
          <p:cNvGrpSpPr/>
          <p:nvPr/>
        </p:nvGrpSpPr>
        <p:grpSpPr>
          <a:xfrm>
            <a:off x="6198280" y="2964297"/>
            <a:ext cx="1496607" cy="1560731"/>
            <a:chOff x="5163961" y="2446755"/>
            <a:chExt cx="1496607" cy="1560731"/>
          </a:xfrm>
        </p:grpSpPr>
        <p:pic>
          <p:nvPicPr>
            <p:cNvPr id="9" name="Graphic 8" descr="Robot outline">
              <a:extLst>
                <a:ext uri="{FF2B5EF4-FFF2-40B4-BE49-F238E27FC236}">
                  <a16:creationId xmlns:a16="http://schemas.microsoft.com/office/drawing/2014/main" id="{19914FCD-5998-936A-C489-41142EA6306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455065" y="2446755"/>
              <a:ext cx="914400" cy="914400"/>
            </a:xfrm>
            <a:prstGeom prst="rect">
              <a:avLst/>
            </a:prstGeom>
          </p:spPr>
        </p:pic>
        <p:sp>
          <p:nvSpPr>
            <p:cNvPr id="18" name="TextBox 17">
              <a:extLst>
                <a:ext uri="{FF2B5EF4-FFF2-40B4-BE49-F238E27FC236}">
                  <a16:creationId xmlns:a16="http://schemas.microsoft.com/office/drawing/2014/main" id="{54E75EB2-25FA-6112-CAA1-E3993F184928}"/>
                </a:ext>
              </a:extLst>
            </p:cNvPr>
            <p:cNvSpPr txBox="1"/>
            <p:nvPr/>
          </p:nvSpPr>
          <p:spPr>
            <a:xfrm>
              <a:off x="5163961" y="3361155"/>
              <a:ext cx="1496607" cy="646331"/>
            </a:xfrm>
            <a:prstGeom prst="rect">
              <a:avLst/>
            </a:prstGeom>
            <a:noFill/>
          </p:spPr>
          <p:txBody>
            <a:bodyPr wrap="square" rtlCol="0">
              <a:spAutoFit/>
            </a:bodyPr>
            <a:lstStyle/>
            <a:p>
              <a:pPr algn="ctr"/>
              <a:r>
                <a:rPr lang="en-GB" dirty="0"/>
                <a:t>Functional Requirements</a:t>
              </a:r>
            </a:p>
          </p:txBody>
        </p:sp>
      </p:grpSp>
      <p:grpSp>
        <p:nvGrpSpPr>
          <p:cNvPr id="24" name="Group 23">
            <a:extLst>
              <a:ext uri="{FF2B5EF4-FFF2-40B4-BE49-F238E27FC236}">
                <a16:creationId xmlns:a16="http://schemas.microsoft.com/office/drawing/2014/main" id="{617C3091-3DF9-3D48-73F7-9741AD460DB1}"/>
              </a:ext>
            </a:extLst>
          </p:cNvPr>
          <p:cNvGrpSpPr/>
          <p:nvPr/>
        </p:nvGrpSpPr>
        <p:grpSpPr>
          <a:xfrm>
            <a:off x="8235390" y="2964297"/>
            <a:ext cx="1496607" cy="1560731"/>
            <a:chOff x="7407232" y="2446755"/>
            <a:chExt cx="1496607" cy="1560731"/>
          </a:xfrm>
        </p:grpSpPr>
        <p:pic>
          <p:nvPicPr>
            <p:cNvPr id="15" name="Graphic 14" descr="Alterations &amp; Tailoring outline">
              <a:extLst>
                <a:ext uri="{FF2B5EF4-FFF2-40B4-BE49-F238E27FC236}">
                  <a16:creationId xmlns:a16="http://schemas.microsoft.com/office/drawing/2014/main" id="{314190B1-179F-1FA7-7CBE-6466EC5BD6C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698336" y="2446755"/>
              <a:ext cx="914400" cy="914400"/>
            </a:xfrm>
            <a:prstGeom prst="rect">
              <a:avLst/>
            </a:prstGeom>
          </p:spPr>
        </p:pic>
        <p:sp>
          <p:nvSpPr>
            <p:cNvPr id="19" name="TextBox 18">
              <a:extLst>
                <a:ext uri="{FF2B5EF4-FFF2-40B4-BE49-F238E27FC236}">
                  <a16:creationId xmlns:a16="http://schemas.microsoft.com/office/drawing/2014/main" id="{8E9F2861-996F-020B-111C-25CBD0A20C00}"/>
                </a:ext>
              </a:extLst>
            </p:cNvPr>
            <p:cNvSpPr txBox="1"/>
            <p:nvPr/>
          </p:nvSpPr>
          <p:spPr>
            <a:xfrm>
              <a:off x="7407232" y="3361155"/>
              <a:ext cx="1496607" cy="646331"/>
            </a:xfrm>
            <a:prstGeom prst="rect">
              <a:avLst/>
            </a:prstGeom>
            <a:noFill/>
          </p:spPr>
          <p:txBody>
            <a:bodyPr wrap="square" rtlCol="0">
              <a:spAutoFit/>
            </a:bodyPr>
            <a:lstStyle/>
            <a:p>
              <a:pPr algn="ctr"/>
              <a:r>
                <a:rPr lang="en-GB" dirty="0"/>
                <a:t>Performance Requirements</a:t>
              </a:r>
            </a:p>
          </p:txBody>
        </p:sp>
      </p:grpSp>
      <p:grpSp>
        <p:nvGrpSpPr>
          <p:cNvPr id="25" name="Group 24">
            <a:extLst>
              <a:ext uri="{FF2B5EF4-FFF2-40B4-BE49-F238E27FC236}">
                <a16:creationId xmlns:a16="http://schemas.microsoft.com/office/drawing/2014/main" id="{EBAEC4F5-B286-0B96-74D9-9DE73DEB8B89}"/>
              </a:ext>
            </a:extLst>
          </p:cNvPr>
          <p:cNvGrpSpPr/>
          <p:nvPr/>
        </p:nvGrpSpPr>
        <p:grpSpPr>
          <a:xfrm>
            <a:off x="10272500" y="2964297"/>
            <a:ext cx="1496607" cy="1905575"/>
            <a:chOff x="9227767" y="2446755"/>
            <a:chExt cx="1496607" cy="1905575"/>
          </a:xfrm>
        </p:grpSpPr>
        <p:pic>
          <p:nvPicPr>
            <p:cNvPr id="11" name="Graphic 10" descr="Clipboard Checked outline">
              <a:extLst>
                <a:ext uri="{FF2B5EF4-FFF2-40B4-BE49-F238E27FC236}">
                  <a16:creationId xmlns:a16="http://schemas.microsoft.com/office/drawing/2014/main" id="{003CD826-CEDB-0389-E446-AEDDC3757EC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518871" y="2446755"/>
              <a:ext cx="914400" cy="914400"/>
            </a:xfrm>
            <a:prstGeom prst="rect">
              <a:avLst/>
            </a:prstGeom>
          </p:spPr>
        </p:pic>
        <p:sp>
          <p:nvSpPr>
            <p:cNvPr id="20" name="TextBox 19">
              <a:extLst>
                <a:ext uri="{FF2B5EF4-FFF2-40B4-BE49-F238E27FC236}">
                  <a16:creationId xmlns:a16="http://schemas.microsoft.com/office/drawing/2014/main" id="{D4CEB00D-1F8F-7CAC-80CD-14787599D013}"/>
                </a:ext>
              </a:extLst>
            </p:cNvPr>
            <p:cNvSpPr txBox="1"/>
            <p:nvPr/>
          </p:nvSpPr>
          <p:spPr>
            <a:xfrm>
              <a:off x="9227767" y="3429000"/>
              <a:ext cx="1496607" cy="923330"/>
            </a:xfrm>
            <a:prstGeom prst="rect">
              <a:avLst/>
            </a:prstGeom>
            <a:noFill/>
          </p:spPr>
          <p:txBody>
            <a:bodyPr wrap="square" rtlCol="0">
              <a:spAutoFit/>
            </a:bodyPr>
            <a:lstStyle/>
            <a:p>
              <a:pPr algn="ctr"/>
              <a:r>
                <a:rPr lang="en-GB" dirty="0"/>
                <a:t>Requirements Verification Matrix </a:t>
              </a:r>
            </a:p>
          </p:txBody>
        </p:sp>
      </p:grpSp>
      <p:sp>
        <p:nvSpPr>
          <p:cNvPr id="26" name="Arrow: Right 25">
            <a:extLst>
              <a:ext uri="{FF2B5EF4-FFF2-40B4-BE49-F238E27FC236}">
                <a16:creationId xmlns:a16="http://schemas.microsoft.com/office/drawing/2014/main" id="{764461A3-4EAD-8467-729D-3C09201D58DF}"/>
              </a:ext>
            </a:extLst>
          </p:cNvPr>
          <p:cNvSpPr/>
          <p:nvPr/>
        </p:nvSpPr>
        <p:spPr>
          <a:xfrm>
            <a:off x="1950652" y="3429000"/>
            <a:ext cx="451509" cy="4496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Arrow: Right 26">
            <a:extLst>
              <a:ext uri="{FF2B5EF4-FFF2-40B4-BE49-F238E27FC236}">
                <a16:creationId xmlns:a16="http://schemas.microsoft.com/office/drawing/2014/main" id="{4A0A28D2-EC2C-98FD-236B-6D06AF8E91A0}"/>
              </a:ext>
            </a:extLst>
          </p:cNvPr>
          <p:cNvSpPr/>
          <p:nvPr/>
        </p:nvSpPr>
        <p:spPr>
          <a:xfrm>
            <a:off x="3945046" y="3356551"/>
            <a:ext cx="451509" cy="4496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Arrow: Right 27">
            <a:extLst>
              <a:ext uri="{FF2B5EF4-FFF2-40B4-BE49-F238E27FC236}">
                <a16:creationId xmlns:a16="http://schemas.microsoft.com/office/drawing/2014/main" id="{43BDD91D-7081-B148-6781-CDB697BEDB16}"/>
              </a:ext>
            </a:extLst>
          </p:cNvPr>
          <p:cNvSpPr/>
          <p:nvPr/>
        </p:nvSpPr>
        <p:spPr>
          <a:xfrm>
            <a:off x="7737604" y="3325737"/>
            <a:ext cx="451509" cy="4496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Arrow: Right 28">
            <a:extLst>
              <a:ext uri="{FF2B5EF4-FFF2-40B4-BE49-F238E27FC236}">
                <a16:creationId xmlns:a16="http://schemas.microsoft.com/office/drawing/2014/main" id="{8E18E5A3-A2CC-AA50-91E0-1A7CE5761B9B}"/>
              </a:ext>
            </a:extLst>
          </p:cNvPr>
          <p:cNvSpPr/>
          <p:nvPr/>
        </p:nvSpPr>
        <p:spPr>
          <a:xfrm>
            <a:off x="9820991" y="3325736"/>
            <a:ext cx="451509" cy="4496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Arrow: Right 5">
            <a:extLst>
              <a:ext uri="{FF2B5EF4-FFF2-40B4-BE49-F238E27FC236}">
                <a16:creationId xmlns:a16="http://schemas.microsoft.com/office/drawing/2014/main" id="{9B5A10B1-E6BE-FCAC-A2FE-348BDFD497AC}"/>
              </a:ext>
            </a:extLst>
          </p:cNvPr>
          <p:cNvSpPr/>
          <p:nvPr/>
        </p:nvSpPr>
        <p:spPr>
          <a:xfrm>
            <a:off x="5847826" y="3325736"/>
            <a:ext cx="451509" cy="4496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 name="Group 7">
            <a:extLst>
              <a:ext uri="{FF2B5EF4-FFF2-40B4-BE49-F238E27FC236}">
                <a16:creationId xmlns:a16="http://schemas.microsoft.com/office/drawing/2014/main" id="{6D283484-680B-4994-29CD-7C27D47964A0}"/>
              </a:ext>
            </a:extLst>
          </p:cNvPr>
          <p:cNvGrpSpPr/>
          <p:nvPr/>
        </p:nvGrpSpPr>
        <p:grpSpPr>
          <a:xfrm>
            <a:off x="4351218" y="3000078"/>
            <a:ext cx="1496607" cy="1801948"/>
            <a:chOff x="4351218" y="3000078"/>
            <a:chExt cx="1496607" cy="1801948"/>
          </a:xfrm>
        </p:grpSpPr>
        <p:pic>
          <p:nvPicPr>
            <p:cNvPr id="4" name="Graphic 3" descr="Treasure Map outline">
              <a:extLst>
                <a:ext uri="{FF2B5EF4-FFF2-40B4-BE49-F238E27FC236}">
                  <a16:creationId xmlns:a16="http://schemas.microsoft.com/office/drawing/2014/main" id="{21B84D1A-A7CC-5DFA-2A1D-00F8BCA0838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642322" y="3000078"/>
              <a:ext cx="914400" cy="914400"/>
            </a:xfrm>
            <a:prstGeom prst="rect">
              <a:avLst/>
            </a:prstGeom>
          </p:spPr>
        </p:pic>
        <p:sp>
          <p:nvSpPr>
            <p:cNvPr id="7" name="TextBox 6">
              <a:extLst>
                <a:ext uri="{FF2B5EF4-FFF2-40B4-BE49-F238E27FC236}">
                  <a16:creationId xmlns:a16="http://schemas.microsoft.com/office/drawing/2014/main" id="{E8002CB4-5928-AA51-0561-34100378CBB0}"/>
                </a:ext>
              </a:extLst>
            </p:cNvPr>
            <p:cNvSpPr txBox="1"/>
            <p:nvPr/>
          </p:nvSpPr>
          <p:spPr>
            <a:xfrm>
              <a:off x="4351218" y="3878696"/>
              <a:ext cx="1496607" cy="923330"/>
            </a:xfrm>
            <a:prstGeom prst="rect">
              <a:avLst/>
            </a:prstGeom>
            <a:noFill/>
          </p:spPr>
          <p:txBody>
            <a:bodyPr wrap="square" rtlCol="0">
              <a:spAutoFit/>
            </a:bodyPr>
            <a:lstStyle/>
            <a:p>
              <a:pPr algn="ctr"/>
              <a:r>
                <a:rPr lang="en-GB" dirty="0"/>
                <a:t>Concept of Operations (CONOPS)</a:t>
              </a:r>
            </a:p>
          </p:txBody>
        </p:sp>
      </p:grpSp>
    </p:spTree>
    <p:extLst>
      <p:ext uri="{BB962C8B-B14F-4D97-AF65-F5344CB8AC3E}">
        <p14:creationId xmlns:p14="http://schemas.microsoft.com/office/powerpoint/2010/main" val="155743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D2A59-C6AE-D3B8-D75F-A96FDC3D56DC}"/>
              </a:ext>
            </a:extLst>
          </p:cNvPr>
          <p:cNvSpPr>
            <a:spLocks noGrp="1"/>
          </p:cNvSpPr>
          <p:nvPr>
            <p:ph type="title"/>
          </p:nvPr>
        </p:nvSpPr>
        <p:spPr/>
        <p:txBody>
          <a:bodyPr/>
          <a:lstStyle/>
          <a:p>
            <a:r>
              <a:rPr lang="en-US" dirty="0"/>
              <a:t>Stakeholder Engagement</a:t>
            </a:r>
            <a:endParaRPr lang="en-GB" dirty="0"/>
          </a:p>
        </p:txBody>
      </p:sp>
      <p:sp>
        <p:nvSpPr>
          <p:cNvPr id="3" name="Content Placeholder 2">
            <a:extLst>
              <a:ext uri="{FF2B5EF4-FFF2-40B4-BE49-F238E27FC236}">
                <a16:creationId xmlns:a16="http://schemas.microsoft.com/office/drawing/2014/main" id="{79395281-9B55-C578-4CD6-7FD70A9589AB}"/>
              </a:ext>
            </a:extLst>
          </p:cNvPr>
          <p:cNvSpPr>
            <a:spLocks noGrp="1"/>
          </p:cNvSpPr>
          <p:nvPr>
            <p:ph idx="1"/>
          </p:nvPr>
        </p:nvSpPr>
        <p:spPr/>
        <p:txBody>
          <a:bodyPr/>
          <a:lstStyle/>
          <a:p>
            <a:pPr marL="0" indent="0">
              <a:buNone/>
            </a:pPr>
            <a:r>
              <a:rPr lang="en-US" b="1" dirty="0"/>
              <a:t>Purpose:</a:t>
            </a:r>
            <a:r>
              <a:rPr lang="en-US" dirty="0"/>
              <a:t> To understand what the customer actually wants.</a:t>
            </a:r>
          </a:p>
          <a:p>
            <a:pPr marL="0" indent="0">
              <a:buNone/>
            </a:pPr>
            <a:endParaRPr lang="en-GB" dirty="0"/>
          </a:p>
          <a:p>
            <a:pPr marL="0" indent="0">
              <a:buNone/>
            </a:pPr>
            <a:r>
              <a:rPr lang="en-GB" b="1" dirty="0"/>
              <a:t>Process:</a:t>
            </a:r>
            <a:r>
              <a:rPr lang="en-GB" dirty="0"/>
              <a:t> Conversation(s) with (all) the stakeholders to understand all aspects of the problem.</a:t>
            </a:r>
            <a:endParaRPr lang="en-US" b="1" dirty="0"/>
          </a:p>
        </p:txBody>
      </p:sp>
    </p:spTree>
    <p:extLst>
      <p:ext uri="{BB962C8B-B14F-4D97-AF65-F5344CB8AC3E}">
        <p14:creationId xmlns:p14="http://schemas.microsoft.com/office/powerpoint/2010/main" val="3311858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AA0BB-7E73-515D-5222-DE3F50DBF650}"/>
              </a:ext>
            </a:extLst>
          </p:cNvPr>
          <p:cNvSpPr>
            <a:spLocks noGrp="1"/>
          </p:cNvSpPr>
          <p:nvPr>
            <p:ph type="title"/>
          </p:nvPr>
        </p:nvSpPr>
        <p:spPr/>
        <p:txBody>
          <a:bodyPr/>
          <a:lstStyle/>
          <a:p>
            <a:r>
              <a:rPr lang="en-GB" dirty="0"/>
              <a:t>Example Template</a:t>
            </a:r>
          </a:p>
        </p:txBody>
      </p:sp>
      <p:graphicFrame>
        <p:nvGraphicFramePr>
          <p:cNvPr id="5" name="Content Placeholder 4">
            <a:extLst>
              <a:ext uri="{FF2B5EF4-FFF2-40B4-BE49-F238E27FC236}">
                <a16:creationId xmlns:a16="http://schemas.microsoft.com/office/drawing/2014/main" id="{B04FE937-3D59-1CDE-2B5B-904E981A5516}"/>
              </a:ext>
            </a:extLst>
          </p:cNvPr>
          <p:cNvGraphicFramePr>
            <a:graphicFrameLocks noGrp="1"/>
          </p:cNvGraphicFramePr>
          <p:nvPr>
            <p:ph idx="1"/>
            <p:extLst>
              <p:ext uri="{D42A27DB-BD31-4B8C-83A1-F6EECF244321}">
                <p14:modId xmlns:p14="http://schemas.microsoft.com/office/powerpoint/2010/main" val="3074379497"/>
              </p:ext>
            </p:extLst>
          </p:nvPr>
        </p:nvGraphicFramePr>
        <p:xfrm>
          <a:off x="838200" y="2401831"/>
          <a:ext cx="10515600" cy="3273102"/>
        </p:xfrm>
        <a:graphic>
          <a:graphicData uri="http://schemas.openxmlformats.org/drawingml/2006/table">
            <a:tbl>
              <a:tblPr firstRow="1" firstCol="1" bandRow="1"/>
              <a:tblGrid>
                <a:gridCol w="1257656">
                  <a:extLst>
                    <a:ext uri="{9D8B030D-6E8A-4147-A177-3AD203B41FA5}">
                      <a16:colId xmlns:a16="http://schemas.microsoft.com/office/drawing/2014/main" val="1129855312"/>
                    </a:ext>
                  </a:extLst>
                </a:gridCol>
                <a:gridCol w="5181685">
                  <a:extLst>
                    <a:ext uri="{9D8B030D-6E8A-4147-A177-3AD203B41FA5}">
                      <a16:colId xmlns:a16="http://schemas.microsoft.com/office/drawing/2014/main" val="46354472"/>
                    </a:ext>
                  </a:extLst>
                </a:gridCol>
                <a:gridCol w="3250702">
                  <a:extLst>
                    <a:ext uri="{9D8B030D-6E8A-4147-A177-3AD203B41FA5}">
                      <a16:colId xmlns:a16="http://schemas.microsoft.com/office/drawing/2014/main" val="3941353104"/>
                    </a:ext>
                  </a:extLst>
                </a:gridCol>
                <a:gridCol w="825557">
                  <a:extLst>
                    <a:ext uri="{9D8B030D-6E8A-4147-A177-3AD203B41FA5}">
                      <a16:colId xmlns:a16="http://schemas.microsoft.com/office/drawing/2014/main" val="3274656839"/>
                    </a:ext>
                  </a:extLst>
                </a:gridCol>
              </a:tblGrid>
              <a:tr h="378563">
                <a:tc>
                  <a:txBody>
                    <a:bodyPr/>
                    <a:lstStyle/>
                    <a:p>
                      <a:pPr>
                        <a:lnSpc>
                          <a:spcPct val="115000"/>
                        </a:lnSpc>
                        <a:spcAft>
                          <a:spcPts val="800"/>
                        </a:spcAft>
                        <a:buNone/>
                      </a:pPr>
                      <a:r>
                        <a:rPr lang="en-GB" sz="1600" b="1" kern="100">
                          <a:effectLst/>
                          <a:latin typeface="Aptos" panose="020B0004020202020204" pitchFamily="34" charset="0"/>
                          <a:ea typeface="Aptos" panose="020B0004020202020204" pitchFamily="34" charset="0"/>
                          <a:cs typeface="Times New Roman" panose="02020603050405020304" pitchFamily="18" charset="0"/>
                        </a:rPr>
                        <a:t>Task Title</a:t>
                      </a:r>
                      <a:r>
                        <a:rPr lang="en-GB" sz="1600" kern="100">
                          <a:effectLst/>
                          <a:latin typeface="Aptos" panose="020B0004020202020204" pitchFamily="34" charset="0"/>
                          <a:ea typeface="Aptos" panose="020B0004020202020204" pitchFamily="34" charset="0"/>
                          <a:cs typeface="Times New Roman" panose="02020603050405020304" pitchFamily="18" charset="0"/>
                        </a:rPr>
                        <a:t> </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buNone/>
                      </a:pPr>
                      <a:endParaRPr lang="en-GB" sz="1800" kern="100">
                        <a:effectLst/>
                        <a:latin typeface="Aptos" panose="020B0004020202020204" pitchFamily="34" charset="0"/>
                      </a:endParaRP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Problem Statement Ver.</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a:noFill/>
                    </a:lnB>
                    <a:noFill/>
                  </a:tcPr>
                </a:tc>
                <a:tc>
                  <a:txBody>
                    <a:bodyPr/>
                    <a:lstStyle/>
                    <a:p>
                      <a:pPr>
                        <a:lnSpc>
                          <a:spcPct val="115000"/>
                        </a:lnSpc>
                        <a:spcAft>
                          <a:spcPts val="800"/>
                        </a:spcAft>
                        <a:buNone/>
                      </a:pPr>
                      <a:r>
                        <a:rPr lang="en-GB" sz="1600" kern="100">
                          <a:effectLst/>
                          <a:latin typeface="Aptos" panose="020B0004020202020204" pitchFamily="34" charset="0"/>
                          <a:ea typeface="Aptos" panose="020B0004020202020204" pitchFamily="34" charset="0"/>
                          <a:cs typeface="Times New Roman" panose="02020603050405020304" pitchFamily="18" charset="0"/>
                        </a:rPr>
                        <a:t> </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998994155"/>
                  </a:ext>
                </a:extLst>
              </a:tr>
              <a:tr h="712151">
                <a:tc gridSpan="4">
                  <a:txBody>
                    <a:bodyPr/>
                    <a:lstStyle/>
                    <a:p>
                      <a:pPr>
                        <a:lnSpc>
                          <a:spcPct val="115000"/>
                        </a:lnSpc>
                        <a:spcAft>
                          <a:spcPts val="800"/>
                        </a:spcAft>
                        <a:buNone/>
                      </a:pPr>
                      <a:r>
                        <a:rPr lang="en-GB" sz="1600" b="1" kern="100">
                          <a:effectLst/>
                          <a:latin typeface="Aptos" panose="020B0004020202020204" pitchFamily="34" charset="0"/>
                          <a:ea typeface="Aptos" panose="020B0004020202020204" pitchFamily="34" charset="0"/>
                          <a:cs typeface="Times New Roman" panose="02020603050405020304" pitchFamily="18" charset="0"/>
                        </a:rPr>
                        <a:t>Task Description </a:t>
                      </a:r>
                      <a:r>
                        <a:rPr lang="en-GB" sz="1600" b="1" i="1" kern="100">
                          <a:effectLst/>
                          <a:latin typeface="Aptos" panose="020B0004020202020204" pitchFamily="34" charset="0"/>
                          <a:ea typeface="Aptos" panose="020B0004020202020204" pitchFamily="34" charset="0"/>
                          <a:cs typeface="Times New Roman" panose="02020603050405020304" pitchFamily="18" charset="0"/>
                        </a:rPr>
                        <a:t>(</a:t>
                      </a:r>
                      <a:r>
                        <a:rPr lang="en-GB" sz="1600" i="1" kern="100">
                          <a:effectLst/>
                          <a:latin typeface="Aptos" panose="020B0004020202020204" pitchFamily="34" charset="0"/>
                          <a:ea typeface="Aptos" panose="020B0004020202020204" pitchFamily="34" charset="0"/>
                          <a:cs typeface="Times New Roman" panose="02020603050405020304" pitchFamily="18" charset="0"/>
                        </a:rPr>
                        <a:t>What needs doing, where does it need doing, is it currently done and if so how and how often, Any Hazards?)</a:t>
                      </a:r>
                      <a:r>
                        <a:rPr lang="en-GB" sz="1600" kern="100">
                          <a:effectLst/>
                          <a:latin typeface="Aptos" panose="020B0004020202020204" pitchFamily="34" charset="0"/>
                          <a:ea typeface="Aptos" panose="020B0004020202020204" pitchFamily="34" charset="0"/>
                          <a:cs typeface="Times New Roman" panose="02020603050405020304" pitchFamily="18" charset="0"/>
                        </a:rPr>
                        <a:t> </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502258358"/>
                  </a:ext>
                </a:extLst>
              </a:tr>
              <a:tr h="378563">
                <a:tc gridSpan="4">
                  <a:txBody>
                    <a:bodyPr/>
                    <a:lstStyle/>
                    <a:p>
                      <a:pPr>
                        <a:lnSpc>
                          <a:spcPct val="115000"/>
                        </a:lnSpc>
                        <a:buNone/>
                      </a:pPr>
                      <a:endParaRPr lang="en-GB" sz="1800" kern="100">
                        <a:effectLst/>
                        <a:latin typeface="Aptos" panose="020B0004020202020204" pitchFamily="34" charset="0"/>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981518967"/>
                  </a:ext>
                </a:extLst>
              </a:tr>
              <a:tr h="360765">
                <a:tc gridSpan="4">
                  <a:txBody>
                    <a:bodyPr/>
                    <a:lstStyle/>
                    <a:p>
                      <a:pPr>
                        <a:lnSpc>
                          <a:spcPct val="115000"/>
                        </a:lnSpc>
                        <a:spcAft>
                          <a:spcPts val="800"/>
                        </a:spcAft>
                        <a:buNone/>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Key Quantitative Requirements: (Example: The robot shall detect cracks of width &gt;3mm )</a:t>
                      </a:r>
                      <a:r>
                        <a:rPr lang="en-GB" sz="1600" kern="100" dirty="0">
                          <a:effectLst/>
                          <a:latin typeface="Aptos" panose="020B0004020202020204" pitchFamily="34" charset="0"/>
                          <a:ea typeface="Aptos" panose="020B0004020202020204" pitchFamily="34" charset="0"/>
                          <a:cs typeface="Times New Roman" panose="02020603050405020304" pitchFamily="18" charset="0"/>
                        </a:rPr>
                        <a:t> </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68548240"/>
                  </a:ext>
                </a:extLst>
              </a:tr>
              <a:tr h="360765">
                <a:tc gridSpan="4">
                  <a:txBody>
                    <a:bodyPr/>
                    <a:lstStyle/>
                    <a:p>
                      <a:pPr marL="342900" lvl="0" indent="-342900">
                        <a:lnSpc>
                          <a:spcPct val="115000"/>
                        </a:lnSpc>
                        <a:spcAft>
                          <a:spcPts val="800"/>
                        </a:spcAft>
                        <a:buSzPts val="1000"/>
                        <a:buFont typeface="Symbol" panose="05050102010706020507" pitchFamily="18" charset="2"/>
                        <a:buChar char=""/>
                        <a:tabLst>
                          <a:tab pos="457200" algn="l"/>
                        </a:tabLst>
                      </a:pPr>
                      <a:r>
                        <a:rPr lang="en-GB" sz="1600" kern="100">
                          <a:effectLst/>
                          <a:latin typeface="Aptos" panose="020B0004020202020204" pitchFamily="34" charset="0"/>
                          <a:ea typeface="Aptos" panose="020B0004020202020204" pitchFamily="34" charset="0"/>
                          <a:cs typeface="Times New Roman" panose="02020603050405020304" pitchFamily="18" charset="0"/>
                        </a:rPr>
                        <a:t> </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585067767"/>
                  </a:ext>
                </a:extLst>
              </a:tr>
              <a:tr h="360765">
                <a:tc gridSpan="4">
                  <a:txBody>
                    <a:bodyPr/>
                    <a:lstStyle/>
                    <a:p>
                      <a:pPr>
                        <a:lnSpc>
                          <a:spcPct val="115000"/>
                        </a:lnSpc>
                        <a:spcAft>
                          <a:spcPts val="800"/>
                        </a:spcAft>
                        <a:buNone/>
                      </a:pPr>
                      <a:r>
                        <a:rPr lang="en-GB" sz="1600" b="1" kern="100">
                          <a:effectLst/>
                          <a:latin typeface="Aptos" panose="020B0004020202020204" pitchFamily="34" charset="0"/>
                          <a:ea typeface="Aptos" panose="020B0004020202020204" pitchFamily="34" charset="0"/>
                          <a:cs typeface="Times New Roman" panose="02020603050405020304" pitchFamily="18" charset="0"/>
                        </a:rPr>
                        <a:t>Challenges: (what are the issues that need to be overcome?)</a:t>
                      </a:r>
                      <a:r>
                        <a:rPr lang="en-GB" sz="1600" kern="100">
                          <a:effectLst/>
                          <a:latin typeface="Aptos" panose="020B0004020202020204" pitchFamily="34" charset="0"/>
                          <a:ea typeface="Aptos" panose="020B0004020202020204" pitchFamily="34" charset="0"/>
                          <a:cs typeface="Times New Roman" panose="02020603050405020304" pitchFamily="18" charset="0"/>
                        </a:rPr>
                        <a:t> </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9540501"/>
                  </a:ext>
                </a:extLst>
              </a:tr>
              <a:tr h="360765">
                <a:tc gridSpan="4">
                  <a:txBody>
                    <a:bodyPr/>
                    <a:lstStyle/>
                    <a:p>
                      <a:pPr marL="342900" lvl="0" indent="-342900">
                        <a:lnSpc>
                          <a:spcPct val="115000"/>
                        </a:lnSpc>
                        <a:spcAft>
                          <a:spcPts val="800"/>
                        </a:spcAft>
                        <a:buSzPts val="1000"/>
                        <a:buFont typeface="Symbol" panose="05050102010706020507" pitchFamily="18" charset="2"/>
                        <a:buChar char=""/>
                        <a:tabLst>
                          <a:tab pos="457200" algn="l"/>
                        </a:tabLst>
                      </a:pPr>
                      <a:r>
                        <a:rPr lang="en-GB" sz="1600" kern="100">
                          <a:effectLst/>
                          <a:latin typeface="Aptos" panose="020B0004020202020204" pitchFamily="34" charset="0"/>
                          <a:ea typeface="Aptos" panose="020B0004020202020204" pitchFamily="34" charset="0"/>
                          <a:cs typeface="Times New Roman" panose="02020603050405020304" pitchFamily="18" charset="0"/>
                        </a:rPr>
                        <a:t> </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84307158"/>
                  </a:ext>
                </a:extLst>
              </a:tr>
              <a:tr h="360765">
                <a:tc gridSpan="4">
                  <a:txBody>
                    <a:bodyPr/>
                    <a:lstStyle/>
                    <a:p>
                      <a:pPr>
                        <a:lnSpc>
                          <a:spcPct val="115000"/>
                        </a:lnSpc>
                        <a:spcAft>
                          <a:spcPts val="800"/>
                        </a:spcAft>
                        <a:buNone/>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Additional Notes </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0" marR="0" marT="0" marB="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970614296"/>
                  </a:ext>
                </a:extLst>
              </a:tr>
            </a:tbl>
          </a:graphicData>
        </a:graphic>
      </p:graphicFrame>
    </p:spTree>
    <p:extLst>
      <p:ext uri="{BB962C8B-B14F-4D97-AF65-F5344CB8AC3E}">
        <p14:creationId xmlns:p14="http://schemas.microsoft.com/office/powerpoint/2010/main" val="2974187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D2A59-C6AE-D3B8-D75F-A96FDC3D56DC}"/>
              </a:ext>
            </a:extLst>
          </p:cNvPr>
          <p:cNvSpPr>
            <a:spLocks noGrp="1"/>
          </p:cNvSpPr>
          <p:nvPr>
            <p:ph type="title"/>
          </p:nvPr>
        </p:nvSpPr>
        <p:spPr/>
        <p:txBody>
          <a:bodyPr/>
          <a:lstStyle/>
          <a:p>
            <a:r>
              <a:rPr lang="en-US" dirty="0"/>
              <a:t>Problem Statement</a:t>
            </a:r>
            <a:endParaRPr lang="en-GB" dirty="0"/>
          </a:p>
        </p:txBody>
      </p:sp>
      <p:sp>
        <p:nvSpPr>
          <p:cNvPr id="3" name="Content Placeholder 2">
            <a:extLst>
              <a:ext uri="{FF2B5EF4-FFF2-40B4-BE49-F238E27FC236}">
                <a16:creationId xmlns:a16="http://schemas.microsoft.com/office/drawing/2014/main" id="{79395281-9B55-C578-4CD6-7FD70A9589AB}"/>
              </a:ext>
            </a:extLst>
          </p:cNvPr>
          <p:cNvSpPr>
            <a:spLocks noGrp="1"/>
          </p:cNvSpPr>
          <p:nvPr>
            <p:ph idx="1"/>
          </p:nvPr>
        </p:nvSpPr>
        <p:spPr/>
        <p:txBody>
          <a:bodyPr>
            <a:normAutofit/>
          </a:bodyPr>
          <a:lstStyle/>
          <a:p>
            <a:pPr marL="0" indent="0">
              <a:buNone/>
            </a:pPr>
            <a:r>
              <a:rPr lang="en-US" b="1" dirty="0"/>
              <a:t>Purpose:</a:t>
            </a:r>
            <a:r>
              <a:rPr lang="en-US" dirty="0"/>
              <a:t> To clearly describe what the problem is in high-level terms.</a:t>
            </a:r>
          </a:p>
          <a:p>
            <a:pPr marL="0" indent="0">
              <a:buNone/>
            </a:pPr>
            <a:endParaRPr lang="en-GB" dirty="0"/>
          </a:p>
          <a:p>
            <a:pPr marL="0" indent="0">
              <a:buNone/>
            </a:pPr>
            <a:r>
              <a:rPr lang="en-GB" b="1" dirty="0"/>
              <a:t>Process:</a:t>
            </a:r>
            <a:r>
              <a:rPr lang="en-GB" dirty="0"/>
              <a:t> Write a single statement which covers the who, what, where and why of the problem.</a:t>
            </a:r>
          </a:p>
          <a:p>
            <a:pPr marL="0" indent="0">
              <a:buNone/>
            </a:pPr>
            <a:endParaRPr lang="en-GB" b="1" dirty="0"/>
          </a:p>
        </p:txBody>
      </p:sp>
    </p:spTree>
    <p:extLst>
      <p:ext uri="{BB962C8B-B14F-4D97-AF65-F5344CB8AC3E}">
        <p14:creationId xmlns:p14="http://schemas.microsoft.com/office/powerpoint/2010/main" val="505566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D5D1A-F34F-EE22-A197-618E8F33B281}"/>
              </a:ext>
            </a:extLst>
          </p:cNvPr>
          <p:cNvSpPr>
            <a:spLocks noGrp="1"/>
          </p:cNvSpPr>
          <p:nvPr>
            <p:ph type="title"/>
          </p:nvPr>
        </p:nvSpPr>
        <p:spPr/>
        <p:txBody>
          <a:bodyPr/>
          <a:lstStyle/>
          <a:p>
            <a:r>
              <a:rPr lang="en-GB" dirty="0"/>
              <a:t>Example Problem Statement</a:t>
            </a:r>
          </a:p>
        </p:txBody>
      </p:sp>
      <p:sp>
        <p:nvSpPr>
          <p:cNvPr id="3" name="Content Placeholder 2">
            <a:extLst>
              <a:ext uri="{FF2B5EF4-FFF2-40B4-BE49-F238E27FC236}">
                <a16:creationId xmlns:a16="http://schemas.microsoft.com/office/drawing/2014/main" id="{B9149803-EA28-0343-CA3C-1000A87964EC}"/>
              </a:ext>
            </a:extLst>
          </p:cNvPr>
          <p:cNvSpPr>
            <a:spLocks noGrp="1"/>
          </p:cNvSpPr>
          <p:nvPr>
            <p:ph idx="1"/>
          </p:nvPr>
        </p:nvSpPr>
        <p:spPr>
          <a:xfrm>
            <a:off x="838200" y="1825625"/>
            <a:ext cx="6436807" cy="4351338"/>
          </a:xfrm>
        </p:spPr>
        <p:txBody>
          <a:bodyPr>
            <a:normAutofit fontScale="77500" lnSpcReduction="20000"/>
          </a:bodyPr>
          <a:lstStyle/>
          <a:p>
            <a:pPr marL="0" indent="0">
              <a:buNone/>
            </a:pPr>
            <a:r>
              <a:rPr lang="en-GB" dirty="0">
                <a:solidFill>
                  <a:srgbClr val="0070C0"/>
                </a:solidFill>
              </a:rPr>
              <a:t>Pipe networks are essential components of modern infrastructure systems. Ensuring the health and integrity of these pipelines is critical.</a:t>
            </a:r>
            <a:r>
              <a:rPr lang="en-GB" dirty="0"/>
              <a:t> </a:t>
            </a:r>
          </a:p>
          <a:p>
            <a:pPr marL="0" indent="0">
              <a:buNone/>
            </a:pPr>
            <a:r>
              <a:rPr lang="en-GB" dirty="0">
                <a:solidFill>
                  <a:srgbClr val="00B050"/>
                </a:solidFill>
              </a:rPr>
              <a:t>There is a growing interest in developing robot platforms that can traverse more complex environments, though none have yet been developed to handle heavily congested pipe networks.</a:t>
            </a:r>
            <a:r>
              <a:rPr lang="en-GB" dirty="0"/>
              <a:t> </a:t>
            </a:r>
          </a:p>
          <a:p>
            <a:pPr marL="0" indent="0">
              <a:buNone/>
            </a:pPr>
            <a:r>
              <a:rPr lang="en-GB" dirty="0">
                <a:solidFill>
                  <a:srgbClr val="7030A0"/>
                </a:solidFill>
              </a:rPr>
              <a:t>A robot designed for this purpose can significantly enhance the efficiency and safety of pipe inspections. </a:t>
            </a:r>
          </a:p>
          <a:p>
            <a:pPr marL="0" indent="0">
              <a:buNone/>
            </a:pPr>
            <a:r>
              <a:rPr lang="en-GB" dirty="0">
                <a:solidFill>
                  <a:schemeClr val="accent6">
                    <a:lumMod val="75000"/>
                  </a:schemeClr>
                </a:solidFill>
              </a:rPr>
              <a:t>By eliminating the need for scaffolding, the robot can perform inspections without necessitating facility shutdowns, reducing downtime and maintaining continuous operations. The use of robots minimises the exposure of human workers to hazardous conditions, enhancing overall safety.</a:t>
            </a:r>
            <a:endParaRPr lang="en-US" dirty="0">
              <a:solidFill>
                <a:schemeClr val="accent6">
                  <a:lumMod val="75000"/>
                </a:schemeClr>
              </a:solidFill>
            </a:endParaRPr>
          </a:p>
          <a:p>
            <a:endParaRPr lang="en-GB" dirty="0"/>
          </a:p>
        </p:txBody>
      </p:sp>
      <p:pic>
        <p:nvPicPr>
          <p:cNvPr id="5" name="Picture 4">
            <a:extLst>
              <a:ext uri="{FF2B5EF4-FFF2-40B4-BE49-F238E27FC236}">
                <a16:creationId xmlns:a16="http://schemas.microsoft.com/office/drawing/2014/main" id="{598C6782-FC34-D32D-4602-67D2F94B98CD}"/>
              </a:ext>
            </a:extLst>
          </p:cNvPr>
          <p:cNvPicPr>
            <a:picLocks noChangeAspect="1"/>
          </p:cNvPicPr>
          <p:nvPr/>
        </p:nvPicPr>
        <p:blipFill>
          <a:blip r:embed="rId2"/>
          <a:stretch>
            <a:fillRect/>
          </a:stretch>
        </p:blipFill>
        <p:spPr>
          <a:xfrm>
            <a:off x="7425731" y="2444316"/>
            <a:ext cx="4520633" cy="2770980"/>
          </a:xfrm>
          <a:prstGeom prst="rect">
            <a:avLst/>
          </a:prstGeom>
        </p:spPr>
      </p:pic>
    </p:spTree>
    <p:extLst>
      <p:ext uri="{BB962C8B-B14F-4D97-AF65-F5344CB8AC3E}">
        <p14:creationId xmlns:p14="http://schemas.microsoft.com/office/powerpoint/2010/main" val="635392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86EE1-1C14-0E14-3275-BA05819BDBB1}"/>
              </a:ext>
            </a:extLst>
          </p:cNvPr>
          <p:cNvSpPr>
            <a:spLocks noGrp="1"/>
          </p:cNvSpPr>
          <p:nvPr>
            <p:ph type="title"/>
          </p:nvPr>
        </p:nvSpPr>
        <p:spPr/>
        <p:txBody>
          <a:bodyPr/>
          <a:lstStyle/>
          <a:p>
            <a:r>
              <a:rPr lang="en-GB" dirty="0"/>
              <a:t>Concept of Operations (CONOPS)</a:t>
            </a:r>
          </a:p>
        </p:txBody>
      </p:sp>
      <p:sp>
        <p:nvSpPr>
          <p:cNvPr id="3" name="Content Placeholder 2">
            <a:extLst>
              <a:ext uri="{FF2B5EF4-FFF2-40B4-BE49-F238E27FC236}">
                <a16:creationId xmlns:a16="http://schemas.microsoft.com/office/drawing/2014/main" id="{B2E6C687-8D26-AE82-BB58-6C053291BEC0}"/>
              </a:ext>
            </a:extLst>
          </p:cNvPr>
          <p:cNvSpPr>
            <a:spLocks noGrp="1"/>
          </p:cNvSpPr>
          <p:nvPr>
            <p:ph idx="1"/>
          </p:nvPr>
        </p:nvSpPr>
        <p:spPr/>
        <p:txBody>
          <a:bodyPr/>
          <a:lstStyle/>
          <a:p>
            <a:pPr marL="0" indent="0">
              <a:buNone/>
            </a:pPr>
            <a:r>
              <a:rPr lang="en-US" b="1" dirty="0"/>
              <a:t>Purpose:</a:t>
            </a:r>
            <a:r>
              <a:rPr lang="en-US" dirty="0"/>
              <a:t> A high-level description of how the proposed system will work that can be understood by the stakeholders and designers.  </a:t>
            </a:r>
          </a:p>
          <a:p>
            <a:pPr marL="0" indent="0">
              <a:buNone/>
            </a:pPr>
            <a:r>
              <a:rPr lang="en-US" dirty="0"/>
              <a:t>It creates a shared vision of what the system should do, ensuring there is no misunderstandings between the stakeholders and the designers.</a:t>
            </a:r>
          </a:p>
          <a:p>
            <a:pPr marL="0" indent="0">
              <a:buNone/>
            </a:pPr>
            <a:endParaRPr lang="en-GB" dirty="0"/>
          </a:p>
          <a:p>
            <a:pPr marL="0" indent="0">
              <a:buNone/>
            </a:pPr>
            <a:r>
              <a:rPr lang="en-GB" b="1" dirty="0"/>
              <a:t>Process: </a:t>
            </a:r>
            <a:r>
              <a:rPr lang="en-GB" dirty="0"/>
              <a:t>There’s no single way to develop a CONOPs, but often it includes a time-based description of the proposed system, such as a state machine, flowchart, or graphical display.</a:t>
            </a:r>
          </a:p>
          <a:p>
            <a:endParaRPr lang="en-GB" dirty="0"/>
          </a:p>
        </p:txBody>
      </p:sp>
    </p:spTree>
    <p:extLst>
      <p:ext uri="{BB962C8B-B14F-4D97-AF65-F5344CB8AC3E}">
        <p14:creationId xmlns:p14="http://schemas.microsoft.com/office/powerpoint/2010/main" val="3969591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EFC1F-5C72-0D0D-5311-FD1E3C31B195}"/>
              </a:ext>
            </a:extLst>
          </p:cNvPr>
          <p:cNvSpPr>
            <a:spLocks noGrp="1"/>
          </p:cNvSpPr>
          <p:nvPr>
            <p:ph type="title"/>
          </p:nvPr>
        </p:nvSpPr>
        <p:spPr/>
        <p:txBody>
          <a:bodyPr/>
          <a:lstStyle/>
          <a:p>
            <a:r>
              <a:rPr lang="en-GB" dirty="0"/>
              <a:t>CONOPs Example</a:t>
            </a:r>
          </a:p>
        </p:txBody>
      </p:sp>
      <p:pic>
        <p:nvPicPr>
          <p:cNvPr id="4" name="Online Media 3" title="Despicable Me (9/11) Movie CLIP - I Sit on the Toilet (2010) HD">
            <a:hlinkClick r:id="" action="ppaction://media"/>
            <a:extLst>
              <a:ext uri="{FF2B5EF4-FFF2-40B4-BE49-F238E27FC236}">
                <a16:creationId xmlns:a16="http://schemas.microsoft.com/office/drawing/2014/main" id="{0E785E1E-C5B5-EB5E-0FB1-49EB907DDEF3}"/>
              </a:ext>
            </a:extLst>
          </p:cNvPr>
          <p:cNvPicPr>
            <a:picLocks noRot="1" noChangeAspect="1"/>
          </p:cNvPicPr>
          <p:nvPr>
            <a:videoFile r:link="rId1"/>
          </p:nvPr>
        </p:nvPicPr>
        <p:blipFill>
          <a:blip r:embed="rId3"/>
          <a:stretch>
            <a:fillRect/>
          </a:stretch>
        </p:blipFill>
        <p:spPr>
          <a:xfrm>
            <a:off x="2000686" y="1689250"/>
            <a:ext cx="8190628" cy="4624087"/>
          </a:xfrm>
          <a:prstGeom prst="rect">
            <a:avLst/>
          </a:prstGeom>
        </p:spPr>
      </p:pic>
    </p:spTree>
    <p:extLst>
      <p:ext uri="{BB962C8B-B14F-4D97-AF65-F5344CB8AC3E}">
        <p14:creationId xmlns:p14="http://schemas.microsoft.com/office/powerpoint/2010/main" val="2086068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CEAD8-6731-5DE9-6300-FC4007872D54}"/>
              </a:ext>
            </a:extLst>
          </p:cNvPr>
          <p:cNvSpPr>
            <a:spLocks noGrp="1"/>
          </p:cNvSpPr>
          <p:nvPr>
            <p:ph type="title"/>
          </p:nvPr>
        </p:nvSpPr>
        <p:spPr/>
        <p:txBody>
          <a:bodyPr/>
          <a:lstStyle/>
          <a:p>
            <a:r>
              <a:rPr lang="en-GB" dirty="0"/>
              <a:t>CONOPs Example</a:t>
            </a:r>
          </a:p>
        </p:txBody>
      </p:sp>
      <p:pic>
        <p:nvPicPr>
          <p:cNvPr id="2050" name="Picture 2" descr="Gru's Plan : r/antimeme">
            <a:extLst>
              <a:ext uri="{FF2B5EF4-FFF2-40B4-BE49-F238E27FC236}">
                <a16:creationId xmlns:a16="http://schemas.microsoft.com/office/drawing/2014/main" id="{C8BBAFC7-A222-E692-01B8-FD1BD3DE4D7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24958" y="1825625"/>
            <a:ext cx="7742084"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7239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5CB24-BD9F-4706-ACB9-FEAFBD5FE128}"/>
              </a:ext>
            </a:extLst>
          </p:cNvPr>
          <p:cNvSpPr>
            <a:spLocks noGrp="1"/>
          </p:cNvSpPr>
          <p:nvPr>
            <p:ph type="title"/>
          </p:nvPr>
        </p:nvSpPr>
        <p:spPr/>
        <p:txBody>
          <a:bodyPr/>
          <a:lstStyle/>
          <a:p>
            <a:r>
              <a:rPr lang="en-US" dirty="0"/>
              <a:t>Functional Requirements</a:t>
            </a:r>
            <a:endParaRPr lang="en-GB" dirty="0"/>
          </a:p>
        </p:txBody>
      </p:sp>
      <p:sp>
        <p:nvSpPr>
          <p:cNvPr id="3" name="Content Placeholder 2">
            <a:extLst>
              <a:ext uri="{FF2B5EF4-FFF2-40B4-BE49-F238E27FC236}">
                <a16:creationId xmlns:a16="http://schemas.microsoft.com/office/drawing/2014/main" id="{7DB24AFC-F65B-10E0-8A6C-31F9FC2D75FC}"/>
              </a:ext>
            </a:extLst>
          </p:cNvPr>
          <p:cNvSpPr>
            <a:spLocks noGrp="1"/>
          </p:cNvSpPr>
          <p:nvPr>
            <p:ph idx="1"/>
          </p:nvPr>
        </p:nvSpPr>
        <p:spPr/>
        <p:txBody>
          <a:bodyPr/>
          <a:lstStyle/>
          <a:p>
            <a:pPr marL="0" indent="0">
              <a:buNone/>
            </a:pPr>
            <a:r>
              <a:rPr lang="en-US" b="1" dirty="0"/>
              <a:t>Purpose: </a:t>
            </a:r>
            <a:r>
              <a:rPr lang="en-US" dirty="0"/>
              <a:t>These requirements define what high-level capabilities are needed to meet the objectives set out in the problem statement.</a:t>
            </a:r>
          </a:p>
          <a:p>
            <a:pPr marL="0" indent="0">
              <a:buNone/>
            </a:pPr>
            <a:endParaRPr lang="en-US" dirty="0"/>
          </a:p>
          <a:p>
            <a:pPr marL="0" indent="0">
              <a:buNone/>
            </a:pPr>
            <a:r>
              <a:rPr lang="en-US" b="1" dirty="0"/>
              <a:t>Language is very important </a:t>
            </a:r>
            <a:r>
              <a:rPr lang="en-US" dirty="0"/>
              <a:t>[1]:</a:t>
            </a:r>
          </a:p>
          <a:p>
            <a:pPr marL="0" indent="0">
              <a:buNone/>
            </a:pPr>
            <a:endParaRPr lang="en-US" dirty="0"/>
          </a:p>
          <a:p>
            <a:pPr marL="0" indent="0">
              <a:buNone/>
            </a:pPr>
            <a:r>
              <a:rPr lang="en-US" dirty="0"/>
              <a:t>Shall = Requirement</a:t>
            </a:r>
          </a:p>
          <a:p>
            <a:pPr marL="0" indent="0">
              <a:buNone/>
            </a:pPr>
            <a:r>
              <a:rPr lang="en-US" dirty="0"/>
              <a:t>Will = Facts or declaration of purpose</a:t>
            </a:r>
          </a:p>
          <a:p>
            <a:pPr marL="0" indent="0">
              <a:buNone/>
            </a:pPr>
            <a:r>
              <a:rPr lang="en-US" dirty="0"/>
              <a:t>Should / May = Goal</a:t>
            </a:r>
            <a:endParaRPr lang="en-GB" dirty="0"/>
          </a:p>
        </p:txBody>
      </p:sp>
      <p:sp>
        <p:nvSpPr>
          <p:cNvPr id="5" name="TextBox 4">
            <a:extLst>
              <a:ext uri="{FF2B5EF4-FFF2-40B4-BE49-F238E27FC236}">
                <a16:creationId xmlns:a16="http://schemas.microsoft.com/office/drawing/2014/main" id="{7063FEC7-94C3-93FA-EF85-D1CD91EA5089}"/>
              </a:ext>
            </a:extLst>
          </p:cNvPr>
          <p:cNvSpPr txBox="1"/>
          <p:nvPr/>
        </p:nvSpPr>
        <p:spPr>
          <a:xfrm>
            <a:off x="771525" y="6311900"/>
            <a:ext cx="6096000" cy="369332"/>
          </a:xfrm>
          <a:prstGeom prst="rect">
            <a:avLst/>
          </a:prstGeom>
          <a:noFill/>
        </p:spPr>
        <p:txBody>
          <a:bodyPr wrap="square">
            <a:spAutoFit/>
          </a:bodyPr>
          <a:lstStyle/>
          <a:p>
            <a:r>
              <a:rPr lang="en-GB" sz="1800" kern="0" dirty="0">
                <a:effectLst/>
                <a:latin typeface="Arial" panose="020B0604020202020204" pitchFamily="34" charset="0"/>
                <a:ea typeface="Times New Roman" panose="02020603050405020304" pitchFamily="18" charset="0"/>
              </a:rPr>
              <a:t>[1] Appendix C of NASA Systems Engineering Handbook</a:t>
            </a:r>
            <a:endParaRPr lang="en-GB" dirty="0"/>
          </a:p>
        </p:txBody>
      </p:sp>
    </p:spTree>
    <p:extLst>
      <p:ext uri="{BB962C8B-B14F-4D97-AF65-F5344CB8AC3E}">
        <p14:creationId xmlns:p14="http://schemas.microsoft.com/office/powerpoint/2010/main" val="2865699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450FF-7523-6499-5A57-604ABC457D37}"/>
              </a:ext>
            </a:extLst>
          </p:cNvPr>
          <p:cNvSpPr>
            <a:spLocks noGrp="1"/>
          </p:cNvSpPr>
          <p:nvPr>
            <p:ph type="title"/>
          </p:nvPr>
        </p:nvSpPr>
        <p:spPr/>
        <p:txBody>
          <a:bodyPr/>
          <a:lstStyle/>
          <a:p>
            <a:r>
              <a:rPr lang="en-GB" dirty="0"/>
              <a:t>Functional Requirements Example</a:t>
            </a:r>
          </a:p>
        </p:txBody>
      </p:sp>
      <p:sp>
        <p:nvSpPr>
          <p:cNvPr id="3" name="Content Placeholder 2">
            <a:extLst>
              <a:ext uri="{FF2B5EF4-FFF2-40B4-BE49-F238E27FC236}">
                <a16:creationId xmlns:a16="http://schemas.microsoft.com/office/drawing/2014/main" id="{EFC4A890-200A-7BDB-A55E-A3E2EDD3B8BB}"/>
              </a:ext>
            </a:extLst>
          </p:cNvPr>
          <p:cNvSpPr>
            <a:spLocks noGrp="1"/>
          </p:cNvSpPr>
          <p:nvPr>
            <p:ph idx="1"/>
          </p:nvPr>
        </p:nvSpPr>
        <p:spPr/>
        <p:txBody>
          <a:bodyPr/>
          <a:lstStyle/>
          <a:p>
            <a:pPr marL="514350" indent="-514350">
              <a:buAutoNum type="arabicPlain"/>
            </a:pPr>
            <a:r>
              <a:rPr lang="en-GB" dirty="0"/>
              <a:t>The shape shall have four sides</a:t>
            </a:r>
          </a:p>
          <a:p>
            <a:pPr marL="514350" indent="-514350">
              <a:buAutoNum type="arabicPlain"/>
            </a:pPr>
            <a:r>
              <a:rPr lang="en-GB" dirty="0"/>
              <a:t>The shape shall have four right angles</a:t>
            </a:r>
          </a:p>
        </p:txBody>
      </p:sp>
    </p:spTree>
    <p:extLst>
      <p:ext uri="{BB962C8B-B14F-4D97-AF65-F5344CB8AC3E}">
        <p14:creationId xmlns:p14="http://schemas.microsoft.com/office/powerpoint/2010/main" val="4239375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FC57-8175-0925-6355-3E012EE8EACE}"/>
              </a:ext>
            </a:extLst>
          </p:cNvPr>
          <p:cNvSpPr>
            <a:spLocks noGrp="1"/>
          </p:cNvSpPr>
          <p:nvPr>
            <p:ph type="title"/>
          </p:nvPr>
        </p:nvSpPr>
        <p:spPr/>
        <p:txBody>
          <a:bodyPr/>
          <a:lstStyle/>
          <a:p>
            <a:r>
              <a:rPr lang="en-US" dirty="0"/>
              <a:t>Performance Requirements</a:t>
            </a:r>
            <a:endParaRPr lang="en-GB" dirty="0"/>
          </a:p>
        </p:txBody>
      </p:sp>
      <p:sp>
        <p:nvSpPr>
          <p:cNvPr id="3" name="Content Placeholder 2">
            <a:extLst>
              <a:ext uri="{FF2B5EF4-FFF2-40B4-BE49-F238E27FC236}">
                <a16:creationId xmlns:a16="http://schemas.microsoft.com/office/drawing/2014/main" id="{FDC73D5B-D6B4-6BD5-7A26-7921D05AA40C}"/>
              </a:ext>
            </a:extLst>
          </p:cNvPr>
          <p:cNvSpPr>
            <a:spLocks noGrp="1"/>
          </p:cNvSpPr>
          <p:nvPr>
            <p:ph idx="1"/>
          </p:nvPr>
        </p:nvSpPr>
        <p:spPr/>
        <p:txBody>
          <a:bodyPr>
            <a:normAutofit fontScale="92500" lnSpcReduction="20000"/>
          </a:bodyPr>
          <a:lstStyle/>
          <a:p>
            <a:pPr marL="0" indent="0">
              <a:buNone/>
            </a:pPr>
            <a:r>
              <a:rPr lang="en-US" b="1" dirty="0"/>
              <a:t>Purpose:</a:t>
            </a:r>
            <a:r>
              <a:rPr lang="en-US" dirty="0"/>
              <a:t> Based on the Functional Requirements, these requirements define how well the system needs to perform. </a:t>
            </a:r>
            <a:r>
              <a:rPr lang="en-GB" dirty="0"/>
              <a:t>You can define a range of sub-categories to capture these requirements e.g.:</a:t>
            </a:r>
          </a:p>
          <a:p>
            <a:pPr marL="0" indent="0">
              <a:buNone/>
            </a:pPr>
            <a:endParaRPr lang="en-GB" sz="1600" dirty="0"/>
          </a:p>
          <a:p>
            <a:pPr marL="0" indent="0">
              <a:buNone/>
            </a:pPr>
            <a:r>
              <a:rPr lang="en-GB" sz="1800" dirty="0"/>
              <a:t>Performance requirements</a:t>
            </a:r>
          </a:p>
          <a:p>
            <a:pPr marL="0" indent="0">
              <a:buNone/>
            </a:pPr>
            <a:r>
              <a:rPr lang="en-GB" sz="1800" dirty="0"/>
              <a:t>Reliability requirements</a:t>
            </a:r>
          </a:p>
          <a:p>
            <a:pPr marL="0" indent="0">
              <a:buNone/>
            </a:pPr>
            <a:r>
              <a:rPr lang="en-GB" sz="1800" dirty="0"/>
              <a:t>Size, shape, mass, and style requirements</a:t>
            </a:r>
          </a:p>
          <a:p>
            <a:pPr marL="0" indent="0">
              <a:buNone/>
            </a:pPr>
            <a:r>
              <a:rPr lang="en-GB" sz="1800" dirty="0"/>
              <a:t>Cost requirements</a:t>
            </a:r>
          </a:p>
          <a:p>
            <a:pPr marL="0" indent="0">
              <a:buNone/>
            </a:pPr>
            <a:r>
              <a:rPr lang="en-GB" sz="1800" dirty="0"/>
              <a:t>Manufacturing requirements</a:t>
            </a:r>
          </a:p>
          <a:p>
            <a:pPr marL="0" indent="0">
              <a:buNone/>
            </a:pPr>
            <a:r>
              <a:rPr lang="en-GB" sz="1800" dirty="0"/>
              <a:t>Industry standards</a:t>
            </a:r>
          </a:p>
          <a:p>
            <a:pPr marL="0" indent="0">
              <a:buNone/>
            </a:pPr>
            <a:r>
              <a:rPr lang="en-GB" sz="1800" dirty="0"/>
              <a:t>Government regulations</a:t>
            </a:r>
          </a:p>
          <a:p>
            <a:pPr marL="0" indent="0">
              <a:buNone/>
            </a:pPr>
            <a:r>
              <a:rPr lang="en-GB" sz="1800" dirty="0"/>
              <a:t>Intellectual Property (IP) requirements</a:t>
            </a:r>
          </a:p>
          <a:p>
            <a:pPr marL="0" indent="0">
              <a:buNone/>
            </a:pPr>
            <a:r>
              <a:rPr lang="en-GB" sz="1800" dirty="0"/>
              <a:t>Sustainability requirements</a:t>
            </a:r>
          </a:p>
          <a:p>
            <a:pPr marL="0" indent="0">
              <a:buNone/>
            </a:pPr>
            <a:r>
              <a:rPr lang="en-GB" sz="1800" dirty="0"/>
              <a:t>Operational environment requirements</a:t>
            </a:r>
          </a:p>
          <a:p>
            <a:pPr marL="0" indent="0">
              <a:buNone/>
            </a:pPr>
            <a:endParaRPr lang="en-GB" dirty="0"/>
          </a:p>
        </p:txBody>
      </p:sp>
      <p:sp>
        <p:nvSpPr>
          <p:cNvPr id="5" name="TextBox 4">
            <a:extLst>
              <a:ext uri="{FF2B5EF4-FFF2-40B4-BE49-F238E27FC236}">
                <a16:creationId xmlns:a16="http://schemas.microsoft.com/office/drawing/2014/main" id="{4839B716-BB55-FF79-279A-B6F17EA63CF3}"/>
              </a:ext>
            </a:extLst>
          </p:cNvPr>
          <p:cNvSpPr txBox="1"/>
          <p:nvPr/>
        </p:nvSpPr>
        <p:spPr>
          <a:xfrm>
            <a:off x="838200" y="6311900"/>
            <a:ext cx="8305801" cy="369332"/>
          </a:xfrm>
          <a:prstGeom prst="rect">
            <a:avLst/>
          </a:prstGeom>
          <a:noFill/>
        </p:spPr>
        <p:txBody>
          <a:bodyPr wrap="square">
            <a:spAutoFit/>
          </a:bodyPr>
          <a:lstStyle/>
          <a:p>
            <a:r>
              <a:rPr lang="en-GB" sz="1800" kern="0" dirty="0">
                <a:effectLst/>
                <a:latin typeface="Arial" panose="020B0604020202020204" pitchFamily="34" charset="0"/>
                <a:ea typeface="Times New Roman" panose="02020603050405020304" pitchFamily="18" charset="0"/>
              </a:rPr>
              <a:t>Pfeifer, Michael. (2009). Materials Enabled Designs - The Materials Engineering </a:t>
            </a:r>
            <a:endParaRPr lang="en-GB" dirty="0"/>
          </a:p>
        </p:txBody>
      </p:sp>
    </p:spTree>
    <p:extLst>
      <p:ext uri="{BB962C8B-B14F-4D97-AF65-F5344CB8AC3E}">
        <p14:creationId xmlns:p14="http://schemas.microsoft.com/office/powerpoint/2010/main" val="3445946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450FF-7523-6499-5A57-604ABC457D37}"/>
              </a:ext>
            </a:extLst>
          </p:cNvPr>
          <p:cNvSpPr>
            <a:spLocks noGrp="1"/>
          </p:cNvSpPr>
          <p:nvPr>
            <p:ph type="title"/>
          </p:nvPr>
        </p:nvSpPr>
        <p:spPr/>
        <p:txBody>
          <a:bodyPr/>
          <a:lstStyle/>
          <a:p>
            <a:r>
              <a:rPr lang="en-GB" dirty="0"/>
              <a:t>Performance Requirements Example</a:t>
            </a:r>
          </a:p>
        </p:txBody>
      </p:sp>
      <p:sp>
        <p:nvSpPr>
          <p:cNvPr id="3" name="Content Placeholder 2">
            <a:extLst>
              <a:ext uri="{FF2B5EF4-FFF2-40B4-BE49-F238E27FC236}">
                <a16:creationId xmlns:a16="http://schemas.microsoft.com/office/drawing/2014/main" id="{EFC4A890-200A-7BDB-A55E-A3E2EDD3B8BB}"/>
              </a:ext>
            </a:extLst>
          </p:cNvPr>
          <p:cNvSpPr>
            <a:spLocks noGrp="1"/>
          </p:cNvSpPr>
          <p:nvPr>
            <p:ph idx="1"/>
          </p:nvPr>
        </p:nvSpPr>
        <p:spPr/>
        <p:txBody>
          <a:bodyPr/>
          <a:lstStyle/>
          <a:p>
            <a:pPr marL="514350" indent="-514350">
              <a:buAutoNum type="arabicPlain"/>
            </a:pPr>
            <a:r>
              <a:rPr lang="en-GB" dirty="0"/>
              <a:t>The shape shall have four sides</a:t>
            </a:r>
          </a:p>
          <a:p>
            <a:pPr marL="457200" lvl="1" indent="0">
              <a:buNone/>
            </a:pPr>
            <a:r>
              <a:rPr lang="en-GB" dirty="0"/>
              <a:t>1.1	The sides shall have equal length</a:t>
            </a:r>
          </a:p>
          <a:p>
            <a:pPr marL="514350" indent="-514350">
              <a:buAutoNum type="arabicPlain"/>
            </a:pPr>
            <a:r>
              <a:rPr lang="en-GB" dirty="0"/>
              <a:t>The shape shall have four right angles</a:t>
            </a:r>
          </a:p>
        </p:txBody>
      </p:sp>
    </p:spTree>
    <p:extLst>
      <p:ext uri="{BB962C8B-B14F-4D97-AF65-F5344CB8AC3E}">
        <p14:creationId xmlns:p14="http://schemas.microsoft.com/office/powerpoint/2010/main" val="1458646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0BC63-FD26-076F-DDCC-691390E9DC96}"/>
              </a:ext>
            </a:extLst>
          </p:cNvPr>
          <p:cNvSpPr>
            <a:spLocks noGrp="1"/>
          </p:cNvSpPr>
          <p:nvPr>
            <p:ph type="title"/>
          </p:nvPr>
        </p:nvSpPr>
        <p:spPr/>
        <p:txBody>
          <a:bodyPr/>
          <a:lstStyle/>
          <a:p>
            <a:r>
              <a:rPr lang="en-US" dirty="0"/>
              <a:t>Requirements Verification Matrix</a:t>
            </a:r>
            <a:endParaRPr lang="en-GB" dirty="0"/>
          </a:p>
        </p:txBody>
      </p:sp>
      <p:sp>
        <p:nvSpPr>
          <p:cNvPr id="3" name="Content Placeholder 2">
            <a:extLst>
              <a:ext uri="{FF2B5EF4-FFF2-40B4-BE49-F238E27FC236}">
                <a16:creationId xmlns:a16="http://schemas.microsoft.com/office/drawing/2014/main" id="{0B62D47A-4D7D-81AC-6D40-CB99A9FF7D69}"/>
              </a:ext>
            </a:extLst>
          </p:cNvPr>
          <p:cNvSpPr>
            <a:spLocks noGrp="1"/>
          </p:cNvSpPr>
          <p:nvPr>
            <p:ph idx="1"/>
          </p:nvPr>
        </p:nvSpPr>
        <p:spPr/>
        <p:txBody>
          <a:bodyPr/>
          <a:lstStyle/>
          <a:p>
            <a:pPr marL="0" indent="0">
              <a:buNone/>
            </a:pPr>
            <a:r>
              <a:rPr lang="en-US" b="1" dirty="0"/>
              <a:t>Purpose: </a:t>
            </a:r>
            <a:r>
              <a:rPr lang="en-US" dirty="0"/>
              <a:t>To demonstrate how you verify that your design meets the requirements</a:t>
            </a:r>
            <a:endParaRPr lang="en-GB" b="1" dirty="0"/>
          </a:p>
        </p:txBody>
      </p:sp>
      <p:graphicFrame>
        <p:nvGraphicFramePr>
          <p:cNvPr id="4" name="Table 3">
            <a:extLst>
              <a:ext uri="{FF2B5EF4-FFF2-40B4-BE49-F238E27FC236}">
                <a16:creationId xmlns:a16="http://schemas.microsoft.com/office/drawing/2014/main" id="{EB46C5DE-CE1C-A6CD-8C02-53551E117530}"/>
              </a:ext>
            </a:extLst>
          </p:cNvPr>
          <p:cNvGraphicFramePr>
            <a:graphicFrameLocks noGrp="1"/>
          </p:cNvGraphicFramePr>
          <p:nvPr>
            <p:extLst>
              <p:ext uri="{D42A27DB-BD31-4B8C-83A1-F6EECF244321}">
                <p14:modId xmlns:p14="http://schemas.microsoft.com/office/powerpoint/2010/main" val="3030655159"/>
              </p:ext>
            </p:extLst>
          </p:nvPr>
        </p:nvGraphicFramePr>
        <p:xfrm>
          <a:off x="1401993" y="3124994"/>
          <a:ext cx="9388013" cy="1752600"/>
        </p:xfrm>
        <a:graphic>
          <a:graphicData uri="http://schemas.openxmlformats.org/drawingml/2006/table">
            <a:tbl>
              <a:tblPr firstRow="1" bandRow="1">
                <a:tableStyleId>{5C22544A-7EE6-4342-B048-85BDC9FD1C3A}</a:tableStyleId>
              </a:tblPr>
              <a:tblGrid>
                <a:gridCol w="1438275">
                  <a:extLst>
                    <a:ext uri="{9D8B030D-6E8A-4147-A177-3AD203B41FA5}">
                      <a16:colId xmlns:a16="http://schemas.microsoft.com/office/drawing/2014/main" val="740574582"/>
                    </a:ext>
                  </a:extLst>
                </a:gridCol>
                <a:gridCol w="1724025">
                  <a:extLst>
                    <a:ext uri="{9D8B030D-6E8A-4147-A177-3AD203B41FA5}">
                      <a16:colId xmlns:a16="http://schemas.microsoft.com/office/drawing/2014/main" val="2448365436"/>
                    </a:ext>
                  </a:extLst>
                </a:gridCol>
                <a:gridCol w="1781175">
                  <a:extLst>
                    <a:ext uri="{9D8B030D-6E8A-4147-A177-3AD203B41FA5}">
                      <a16:colId xmlns:a16="http://schemas.microsoft.com/office/drawing/2014/main" val="4107036050"/>
                    </a:ext>
                  </a:extLst>
                </a:gridCol>
                <a:gridCol w="1362075">
                  <a:extLst>
                    <a:ext uri="{9D8B030D-6E8A-4147-A177-3AD203B41FA5}">
                      <a16:colId xmlns:a16="http://schemas.microsoft.com/office/drawing/2014/main" val="3514556341"/>
                    </a:ext>
                  </a:extLst>
                </a:gridCol>
                <a:gridCol w="1921320">
                  <a:extLst>
                    <a:ext uri="{9D8B030D-6E8A-4147-A177-3AD203B41FA5}">
                      <a16:colId xmlns:a16="http://schemas.microsoft.com/office/drawing/2014/main" val="815156645"/>
                    </a:ext>
                  </a:extLst>
                </a:gridCol>
                <a:gridCol w="1161143">
                  <a:extLst>
                    <a:ext uri="{9D8B030D-6E8A-4147-A177-3AD203B41FA5}">
                      <a16:colId xmlns:a16="http://schemas.microsoft.com/office/drawing/2014/main" val="3915439305"/>
                    </a:ext>
                  </a:extLst>
                </a:gridCol>
              </a:tblGrid>
              <a:tr h="370840">
                <a:tc>
                  <a:txBody>
                    <a:bodyPr/>
                    <a:lstStyle/>
                    <a:p>
                      <a:pPr algn="ctr"/>
                      <a:r>
                        <a:rPr lang="en-US" dirty="0"/>
                        <a:t>Requirement No. </a:t>
                      </a:r>
                      <a:endParaRPr lang="en-GB" dirty="0"/>
                    </a:p>
                  </a:txBody>
                  <a:tcPr anchor="ctr"/>
                </a:tc>
                <a:tc>
                  <a:txBody>
                    <a:bodyPr/>
                    <a:lstStyle/>
                    <a:p>
                      <a:pPr algn="ctr"/>
                      <a:r>
                        <a:rPr lang="en-US" dirty="0"/>
                        <a:t>Shall Statement</a:t>
                      </a:r>
                      <a:endParaRPr lang="en-GB" dirty="0"/>
                    </a:p>
                  </a:txBody>
                  <a:tcPr anchor="ctr"/>
                </a:tc>
                <a:tc>
                  <a:txBody>
                    <a:bodyPr/>
                    <a:lstStyle/>
                    <a:p>
                      <a:pPr algn="ctr"/>
                      <a:r>
                        <a:rPr lang="en-US" dirty="0"/>
                        <a:t>Verification Success Criteria</a:t>
                      </a:r>
                      <a:endParaRPr lang="en-GB" dirty="0"/>
                    </a:p>
                  </a:txBody>
                  <a:tcPr anchor="ctr"/>
                </a:tc>
                <a:tc>
                  <a:txBody>
                    <a:bodyPr/>
                    <a:lstStyle/>
                    <a:p>
                      <a:pPr algn="ctr"/>
                      <a:r>
                        <a:rPr lang="en-US" dirty="0"/>
                        <a:t>Verification Method</a:t>
                      </a:r>
                      <a:endParaRPr lang="en-GB" dirty="0"/>
                    </a:p>
                  </a:txBody>
                  <a:tcPr anchor="ctr"/>
                </a:tc>
                <a:tc>
                  <a:txBody>
                    <a:bodyPr/>
                    <a:lstStyle/>
                    <a:p>
                      <a:pPr algn="ctr"/>
                      <a:r>
                        <a:rPr lang="en-US" dirty="0"/>
                        <a:t>Responsible Party</a:t>
                      </a:r>
                      <a:endParaRPr lang="en-GB"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Results</a:t>
                      </a:r>
                      <a:endParaRPr lang="en-GB" dirty="0"/>
                    </a:p>
                  </a:txBody>
                  <a:tcPr anchor="ctr"/>
                </a:tc>
                <a:extLst>
                  <a:ext uri="{0D108BD9-81ED-4DB2-BD59-A6C34878D82A}">
                    <a16:rowId xmlns:a16="http://schemas.microsoft.com/office/drawing/2014/main" val="122290166"/>
                  </a:ext>
                </a:extLst>
              </a:tr>
              <a:tr h="370840">
                <a:tc>
                  <a:txBody>
                    <a:bodyPr/>
                    <a:lstStyle/>
                    <a:p>
                      <a:pPr algn="ctr"/>
                      <a:r>
                        <a:rPr lang="en-US" dirty="0"/>
                        <a:t>1</a:t>
                      </a:r>
                      <a:endParaRPr lang="en-GB" dirty="0"/>
                    </a:p>
                  </a:txBody>
                  <a:tcPr anchor="ctr"/>
                </a:tc>
                <a:tc>
                  <a:txBody>
                    <a:bodyPr/>
                    <a:lstStyle/>
                    <a:p>
                      <a:pPr algn="ctr"/>
                      <a:endParaRPr lang="en-GB" dirty="0"/>
                    </a:p>
                  </a:txBody>
                  <a:tcPr anchor="ctr"/>
                </a:tc>
                <a:tc>
                  <a:txBody>
                    <a:bodyPr/>
                    <a:lstStyle/>
                    <a:p>
                      <a:pPr algn="ctr"/>
                      <a:endParaRPr lang="en-GB"/>
                    </a:p>
                  </a:txBody>
                  <a:tcPr anchor="ctr"/>
                </a:tc>
                <a:tc>
                  <a:txBody>
                    <a:bodyPr/>
                    <a:lstStyle/>
                    <a:p>
                      <a:pPr algn="ctr"/>
                      <a:endParaRPr lang="en-GB"/>
                    </a:p>
                  </a:txBody>
                  <a:tcPr anchor="ctr"/>
                </a:tc>
                <a:tc>
                  <a:txBody>
                    <a:bodyPr/>
                    <a:lstStyle/>
                    <a:p>
                      <a:pPr algn="ctr"/>
                      <a:endParaRPr lang="en-GB"/>
                    </a:p>
                  </a:txBody>
                  <a:tcPr anchor="ctr"/>
                </a:tc>
                <a:tc>
                  <a:txBody>
                    <a:bodyPr/>
                    <a:lstStyle/>
                    <a:p>
                      <a:pPr algn="ctr"/>
                      <a:endParaRPr lang="en-GB"/>
                    </a:p>
                  </a:txBody>
                  <a:tcPr anchor="ctr"/>
                </a:tc>
                <a:extLst>
                  <a:ext uri="{0D108BD9-81ED-4DB2-BD59-A6C34878D82A}">
                    <a16:rowId xmlns:a16="http://schemas.microsoft.com/office/drawing/2014/main" val="2450107380"/>
                  </a:ext>
                </a:extLst>
              </a:tr>
              <a:tr h="370840">
                <a:tc>
                  <a:txBody>
                    <a:bodyPr/>
                    <a:lstStyle/>
                    <a:p>
                      <a:pPr algn="ctr"/>
                      <a:r>
                        <a:rPr lang="en-US" dirty="0"/>
                        <a:t>2</a:t>
                      </a:r>
                      <a:endParaRPr lang="en-GB" dirty="0"/>
                    </a:p>
                  </a:txBody>
                  <a:tcPr anchor="ctr"/>
                </a:tc>
                <a:tc>
                  <a:txBody>
                    <a:bodyPr/>
                    <a:lstStyle/>
                    <a:p>
                      <a:pPr algn="ctr"/>
                      <a:endParaRPr lang="en-GB"/>
                    </a:p>
                  </a:txBody>
                  <a:tcPr anchor="ctr"/>
                </a:tc>
                <a:tc>
                  <a:txBody>
                    <a:bodyPr/>
                    <a:lstStyle/>
                    <a:p>
                      <a:pPr algn="ctr"/>
                      <a:endParaRPr lang="en-GB"/>
                    </a:p>
                  </a:txBody>
                  <a:tcPr anchor="ctr"/>
                </a:tc>
                <a:tc>
                  <a:txBody>
                    <a:bodyPr/>
                    <a:lstStyle/>
                    <a:p>
                      <a:pPr algn="ctr"/>
                      <a:endParaRPr lang="en-GB"/>
                    </a:p>
                  </a:txBody>
                  <a:tcPr anchor="ctr"/>
                </a:tc>
                <a:tc>
                  <a:txBody>
                    <a:bodyPr/>
                    <a:lstStyle/>
                    <a:p>
                      <a:pPr algn="ctr"/>
                      <a:endParaRPr lang="en-GB" dirty="0"/>
                    </a:p>
                  </a:txBody>
                  <a:tcPr anchor="ctr"/>
                </a:tc>
                <a:tc>
                  <a:txBody>
                    <a:bodyPr/>
                    <a:lstStyle/>
                    <a:p>
                      <a:pPr algn="ctr"/>
                      <a:endParaRPr lang="en-GB"/>
                    </a:p>
                  </a:txBody>
                  <a:tcPr anchor="ctr"/>
                </a:tc>
                <a:extLst>
                  <a:ext uri="{0D108BD9-81ED-4DB2-BD59-A6C34878D82A}">
                    <a16:rowId xmlns:a16="http://schemas.microsoft.com/office/drawing/2014/main" val="3164652559"/>
                  </a:ext>
                </a:extLst>
              </a:tr>
              <a:tr h="370840">
                <a:tc>
                  <a:txBody>
                    <a:bodyPr/>
                    <a:lstStyle/>
                    <a:p>
                      <a:pPr algn="ctr"/>
                      <a:r>
                        <a:rPr lang="en-US" dirty="0"/>
                        <a:t>3</a:t>
                      </a:r>
                      <a:endParaRPr lang="en-GB" dirty="0"/>
                    </a:p>
                  </a:txBody>
                  <a:tcPr anchor="ctr"/>
                </a:tc>
                <a:tc>
                  <a:txBody>
                    <a:bodyPr/>
                    <a:lstStyle/>
                    <a:p>
                      <a:pPr algn="ctr"/>
                      <a:endParaRPr lang="en-GB" dirty="0"/>
                    </a:p>
                  </a:txBody>
                  <a:tcPr anchor="ctr"/>
                </a:tc>
                <a:tc>
                  <a:txBody>
                    <a:bodyPr/>
                    <a:lstStyle/>
                    <a:p>
                      <a:pPr algn="ctr"/>
                      <a:endParaRPr lang="en-GB"/>
                    </a:p>
                  </a:txBody>
                  <a:tcPr anchor="ctr"/>
                </a:tc>
                <a:tc>
                  <a:txBody>
                    <a:bodyPr/>
                    <a:lstStyle/>
                    <a:p>
                      <a:pPr algn="ctr"/>
                      <a:endParaRPr lang="en-GB"/>
                    </a:p>
                  </a:txBody>
                  <a:tcPr anchor="ctr"/>
                </a:tc>
                <a:tc>
                  <a:txBody>
                    <a:bodyPr/>
                    <a:lstStyle/>
                    <a:p>
                      <a:pPr algn="ctr"/>
                      <a:endParaRPr lang="en-GB"/>
                    </a:p>
                  </a:txBody>
                  <a:tcPr anchor="ctr"/>
                </a:tc>
                <a:tc>
                  <a:txBody>
                    <a:bodyPr/>
                    <a:lstStyle/>
                    <a:p>
                      <a:pPr algn="ctr"/>
                      <a:endParaRPr lang="en-GB" dirty="0"/>
                    </a:p>
                  </a:txBody>
                  <a:tcPr anchor="ctr"/>
                </a:tc>
                <a:extLst>
                  <a:ext uri="{0D108BD9-81ED-4DB2-BD59-A6C34878D82A}">
                    <a16:rowId xmlns:a16="http://schemas.microsoft.com/office/drawing/2014/main" val="700653990"/>
                  </a:ext>
                </a:extLst>
              </a:tr>
            </a:tbl>
          </a:graphicData>
        </a:graphic>
      </p:graphicFrame>
    </p:spTree>
    <p:extLst>
      <p:ext uri="{BB962C8B-B14F-4D97-AF65-F5344CB8AC3E}">
        <p14:creationId xmlns:p14="http://schemas.microsoft.com/office/powerpoint/2010/main" val="3505957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0BC63-FD26-076F-DDCC-691390E9DC96}"/>
              </a:ext>
            </a:extLst>
          </p:cNvPr>
          <p:cNvSpPr>
            <a:spLocks noGrp="1"/>
          </p:cNvSpPr>
          <p:nvPr>
            <p:ph type="title"/>
          </p:nvPr>
        </p:nvSpPr>
        <p:spPr/>
        <p:txBody>
          <a:bodyPr/>
          <a:lstStyle/>
          <a:p>
            <a:r>
              <a:rPr lang="en-US" dirty="0"/>
              <a:t>RVM Example</a:t>
            </a:r>
            <a:endParaRPr lang="en-GB" dirty="0"/>
          </a:p>
        </p:txBody>
      </p:sp>
      <p:graphicFrame>
        <p:nvGraphicFramePr>
          <p:cNvPr id="4" name="Table 3">
            <a:extLst>
              <a:ext uri="{FF2B5EF4-FFF2-40B4-BE49-F238E27FC236}">
                <a16:creationId xmlns:a16="http://schemas.microsoft.com/office/drawing/2014/main" id="{EB46C5DE-CE1C-A6CD-8C02-53551E117530}"/>
              </a:ext>
            </a:extLst>
          </p:cNvPr>
          <p:cNvGraphicFramePr>
            <a:graphicFrameLocks noGrp="1"/>
          </p:cNvGraphicFramePr>
          <p:nvPr>
            <p:extLst>
              <p:ext uri="{D42A27DB-BD31-4B8C-83A1-F6EECF244321}">
                <p14:modId xmlns:p14="http://schemas.microsoft.com/office/powerpoint/2010/main" val="3504839951"/>
              </p:ext>
            </p:extLst>
          </p:nvPr>
        </p:nvGraphicFramePr>
        <p:xfrm>
          <a:off x="1401993" y="2148840"/>
          <a:ext cx="9388013" cy="2560320"/>
        </p:xfrm>
        <a:graphic>
          <a:graphicData uri="http://schemas.openxmlformats.org/drawingml/2006/table">
            <a:tbl>
              <a:tblPr firstRow="1" bandRow="1">
                <a:tableStyleId>{5C22544A-7EE6-4342-B048-85BDC9FD1C3A}</a:tableStyleId>
              </a:tblPr>
              <a:tblGrid>
                <a:gridCol w="1438275">
                  <a:extLst>
                    <a:ext uri="{9D8B030D-6E8A-4147-A177-3AD203B41FA5}">
                      <a16:colId xmlns:a16="http://schemas.microsoft.com/office/drawing/2014/main" val="740574582"/>
                    </a:ext>
                  </a:extLst>
                </a:gridCol>
                <a:gridCol w="1724025">
                  <a:extLst>
                    <a:ext uri="{9D8B030D-6E8A-4147-A177-3AD203B41FA5}">
                      <a16:colId xmlns:a16="http://schemas.microsoft.com/office/drawing/2014/main" val="2448365436"/>
                    </a:ext>
                  </a:extLst>
                </a:gridCol>
                <a:gridCol w="1781175">
                  <a:extLst>
                    <a:ext uri="{9D8B030D-6E8A-4147-A177-3AD203B41FA5}">
                      <a16:colId xmlns:a16="http://schemas.microsoft.com/office/drawing/2014/main" val="4107036050"/>
                    </a:ext>
                  </a:extLst>
                </a:gridCol>
                <a:gridCol w="1362075">
                  <a:extLst>
                    <a:ext uri="{9D8B030D-6E8A-4147-A177-3AD203B41FA5}">
                      <a16:colId xmlns:a16="http://schemas.microsoft.com/office/drawing/2014/main" val="3514556341"/>
                    </a:ext>
                  </a:extLst>
                </a:gridCol>
                <a:gridCol w="1921320">
                  <a:extLst>
                    <a:ext uri="{9D8B030D-6E8A-4147-A177-3AD203B41FA5}">
                      <a16:colId xmlns:a16="http://schemas.microsoft.com/office/drawing/2014/main" val="815156645"/>
                    </a:ext>
                  </a:extLst>
                </a:gridCol>
                <a:gridCol w="1161143">
                  <a:extLst>
                    <a:ext uri="{9D8B030D-6E8A-4147-A177-3AD203B41FA5}">
                      <a16:colId xmlns:a16="http://schemas.microsoft.com/office/drawing/2014/main" val="3915439305"/>
                    </a:ext>
                  </a:extLst>
                </a:gridCol>
              </a:tblGrid>
              <a:tr h="370840">
                <a:tc>
                  <a:txBody>
                    <a:bodyPr/>
                    <a:lstStyle/>
                    <a:p>
                      <a:pPr algn="ctr"/>
                      <a:r>
                        <a:rPr lang="en-US" dirty="0"/>
                        <a:t>Requirement No. </a:t>
                      </a:r>
                      <a:endParaRPr lang="en-GB" dirty="0"/>
                    </a:p>
                  </a:txBody>
                  <a:tcPr anchor="ctr"/>
                </a:tc>
                <a:tc>
                  <a:txBody>
                    <a:bodyPr/>
                    <a:lstStyle/>
                    <a:p>
                      <a:pPr algn="ctr"/>
                      <a:r>
                        <a:rPr lang="en-US" dirty="0"/>
                        <a:t>Shall Statement</a:t>
                      </a:r>
                      <a:endParaRPr lang="en-GB" dirty="0"/>
                    </a:p>
                  </a:txBody>
                  <a:tcPr anchor="ctr"/>
                </a:tc>
                <a:tc>
                  <a:txBody>
                    <a:bodyPr/>
                    <a:lstStyle/>
                    <a:p>
                      <a:pPr algn="ctr"/>
                      <a:r>
                        <a:rPr lang="en-US" dirty="0"/>
                        <a:t>Verification Success Criteria</a:t>
                      </a:r>
                      <a:endParaRPr lang="en-GB" dirty="0"/>
                    </a:p>
                  </a:txBody>
                  <a:tcPr anchor="ctr"/>
                </a:tc>
                <a:tc>
                  <a:txBody>
                    <a:bodyPr/>
                    <a:lstStyle/>
                    <a:p>
                      <a:pPr algn="ctr"/>
                      <a:r>
                        <a:rPr lang="en-US" dirty="0"/>
                        <a:t>Verification Method</a:t>
                      </a:r>
                      <a:endParaRPr lang="en-GB" dirty="0"/>
                    </a:p>
                  </a:txBody>
                  <a:tcPr anchor="ctr"/>
                </a:tc>
                <a:tc>
                  <a:txBody>
                    <a:bodyPr/>
                    <a:lstStyle/>
                    <a:p>
                      <a:pPr algn="ctr"/>
                      <a:r>
                        <a:rPr lang="en-US" dirty="0"/>
                        <a:t>Responsible Party</a:t>
                      </a:r>
                      <a:endParaRPr lang="en-GB"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Results</a:t>
                      </a:r>
                      <a:endParaRPr lang="en-GB" dirty="0"/>
                    </a:p>
                  </a:txBody>
                  <a:tcPr anchor="ctr"/>
                </a:tc>
                <a:extLst>
                  <a:ext uri="{0D108BD9-81ED-4DB2-BD59-A6C34878D82A}">
                    <a16:rowId xmlns:a16="http://schemas.microsoft.com/office/drawing/2014/main" val="122290166"/>
                  </a:ext>
                </a:extLst>
              </a:tr>
              <a:tr h="370840">
                <a:tc>
                  <a:txBody>
                    <a:bodyPr/>
                    <a:lstStyle/>
                    <a:p>
                      <a:pPr algn="ctr"/>
                      <a:r>
                        <a:rPr lang="en-US" dirty="0"/>
                        <a:t>1</a:t>
                      </a:r>
                      <a:endParaRPr lang="en-GB" dirty="0"/>
                    </a:p>
                  </a:txBody>
                  <a:tcPr anchor="ctr"/>
                </a:tc>
                <a:tc>
                  <a:txBody>
                    <a:bodyPr/>
                    <a:lstStyle/>
                    <a:p>
                      <a:pPr algn="ctr"/>
                      <a:r>
                        <a:rPr lang="en-GB" dirty="0"/>
                        <a:t>Have 4 sides</a:t>
                      </a:r>
                    </a:p>
                  </a:txBody>
                  <a:tcPr anchor="ctr"/>
                </a:tc>
                <a:tc>
                  <a:txBody>
                    <a:bodyPr/>
                    <a:lstStyle/>
                    <a:p>
                      <a:pPr algn="ctr"/>
                      <a:r>
                        <a:rPr lang="en-GB" dirty="0"/>
                        <a:t>The shape has 4 sides</a:t>
                      </a:r>
                    </a:p>
                  </a:txBody>
                  <a:tcPr anchor="ctr"/>
                </a:tc>
                <a:tc>
                  <a:txBody>
                    <a:bodyPr/>
                    <a:lstStyle/>
                    <a:p>
                      <a:pPr algn="ctr"/>
                      <a:r>
                        <a:rPr lang="en-GB" dirty="0"/>
                        <a:t>Count the number</a:t>
                      </a:r>
                    </a:p>
                  </a:txBody>
                  <a:tcPr anchor="ctr"/>
                </a:tc>
                <a:tc>
                  <a:txBody>
                    <a:bodyPr/>
                    <a:lstStyle/>
                    <a:p>
                      <a:pPr algn="ctr"/>
                      <a:r>
                        <a:rPr lang="en-GB" dirty="0"/>
                        <a:t>SW</a:t>
                      </a:r>
                    </a:p>
                  </a:txBody>
                  <a:tcPr anchor="ctr"/>
                </a:tc>
                <a:tc>
                  <a:txBody>
                    <a:bodyPr/>
                    <a:lstStyle/>
                    <a:p>
                      <a:pPr algn="ctr"/>
                      <a:endParaRPr lang="en-GB"/>
                    </a:p>
                  </a:txBody>
                  <a:tcPr anchor="ctr"/>
                </a:tc>
                <a:extLst>
                  <a:ext uri="{0D108BD9-81ED-4DB2-BD59-A6C34878D82A}">
                    <a16:rowId xmlns:a16="http://schemas.microsoft.com/office/drawing/2014/main" val="2450107380"/>
                  </a:ext>
                </a:extLst>
              </a:tr>
              <a:tr h="370840">
                <a:tc>
                  <a:txBody>
                    <a:bodyPr/>
                    <a:lstStyle/>
                    <a:p>
                      <a:pPr algn="ctr"/>
                      <a:r>
                        <a:rPr lang="en-US" dirty="0"/>
                        <a:t>1.1</a:t>
                      </a:r>
                      <a:endParaRPr lang="en-GB" dirty="0"/>
                    </a:p>
                  </a:txBody>
                  <a:tcPr anchor="ctr"/>
                </a:tc>
                <a:tc>
                  <a:txBody>
                    <a:bodyPr/>
                    <a:lstStyle/>
                    <a:p>
                      <a:pPr algn="ctr"/>
                      <a:r>
                        <a:rPr lang="en-GB" dirty="0"/>
                        <a:t>Sides are of equal length</a:t>
                      </a:r>
                    </a:p>
                  </a:txBody>
                  <a:tcPr anchor="ctr"/>
                </a:tc>
                <a:tc>
                  <a:txBody>
                    <a:bodyPr/>
                    <a:lstStyle/>
                    <a:p>
                      <a:pPr algn="ctr"/>
                      <a:r>
                        <a:rPr lang="en-GB" dirty="0"/>
                        <a:t>All sides are equal length</a:t>
                      </a:r>
                    </a:p>
                  </a:txBody>
                  <a:tcPr anchor="ctr"/>
                </a:tc>
                <a:tc>
                  <a:txBody>
                    <a:bodyPr/>
                    <a:lstStyle/>
                    <a:p>
                      <a:pPr algn="ctr"/>
                      <a:r>
                        <a:rPr lang="en-GB" dirty="0"/>
                        <a:t>Measure the lengths</a:t>
                      </a:r>
                    </a:p>
                  </a:txBody>
                  <a:tcPr anchor="ctr"/>
                </a:tc>
                <a:tc>
                  <a:txBody>
                    <a:bodyPr/>
                    <a:lstStyle/>
                    <a:p>
                      <a:pPr algn="ctr"/>
                      <a:r>
                        <a:rPr lang="en-GB" dirty="0"/>
                        <a:t>SW</a:t>
                      </a:r>
                    </a:p>
                  </a:txBody>
                  <a:tcPr anchor="ctr"/>
                </a:tc>
                <a:tc>
                  <a:txBody>
                    <a:bodyPr/>
                    <a:lstStyle/>
                    <a:p>
                      <a:pPr algn="ctr"/>
                      <a:endParaRPr lang="en-GB"/>
                    </a:p>
                  </a:txBody>
                  <a:tcPr anchor="ctr"/>
                </a:tc>
                <a:extLst>
                  <a:ext uri="{0D108BD9-81ED-4DB2-BD59-A6C34878D82A}">
                    <a16:rowId xmlns:a16="http://schemas.microsoft.com/office/drawing/2014/main" val="3164652559"/>
                  </a:ext>
                </a:extLst>
              </a:tr>
              <a:tr h="370840">
                <a:tc>
                  <a:txBody>
                    <a:bodyPr/>
                    <a:lstStyle/>
                    <a:p>
                      <a:pPr algn="ctr"/>
                      <a:r>
                        <a:rPr lang="en-US" dirty="0"/>
                        <a:t>2</a:t>
                      </a:r>
                      <a:endParaRPr lang="en-GB" dirty="0"/>
                    </a:p>
                  </a:txBody>
                  <a:tcPr anchor="ctr"/>
                </a:tc>
                <a:tc>
                  <a:txBody>
                    <a:bodyPr/>
                    <a:lstStyle/>
                    <a:p>
                      <a:pPr algn="ctr"/>
                      <a:r>
                        <a:rPr lang="en-GB" dirty="0"/>
                        <a:t>Have 4 right angles</a:t>
                      </a:r>
                    </a:p>
                  </a:txBody>
                  <a:tcPr anchor="ctr"/>
                </a:tc>
                <a:tc>
                  <a:txBody>
                    <a:bodyPr/>
                    <a:lstStyle/>
                    <a:p>
                      <a:pPr algn="ctr"/>
                      <a:r>
                        <a:rPr lang="en-GB" dirty="0"/>
                        <a:t>There are 4 right angles</a:t>
                      </a:r>
                    </a:p>
                  </a:txBody>
                  <a:tcPr anchor="ctr"/>
                </a:tc>
                <a:tc>
                  <a:txBody>
                    <a:bodyPr/>
                    <a:lstStyle/>
                    <a:p>
                      <a:pPr algn="ctr"/>
                      <a:r>
                        <a:rPr lang="en-GB" dirty="0"/>
                        <a:t>Count the number</a:t>
                      </a:r>
                    </a:p>
                  </a:txBody>
                  <a:tcPr anchor="ctr"/>
                </a:tc>
                <a:tc>
                  <a:txBody>
                    <a:bodyPr/>
                    <a:lstStyle/>
                    <a:p>
                      <a:pPr algn="ctr"/>
                      <a:r>
                        <a:rPr lang="en-GB" dirty="0"/>
                        <a:t>SW</a:t>
                      </a:r>
                    </a:p>
                  </a:txBody>
                  <a:tcPr anchor="ctr"/>
                </a:tc>
                <a:tc>
                  <a:txBody>
                    <a:bodyPr/>
                    <a:lstStyle/>
                    <a:p>
                      <a:pPr algn="ctr"/>
                      <a:endParaRPr lang="en-GB" dirty="0"/>
                    </a:p>
                  </a:txBody>
                  <a:tcPr anchor="ctr"/>
                </a:tc>
                <a:extLst>
                  <a:ext uri="{0D108BD9-81ED-4DB2-BD59-A6C34878D82A}">
                    <a16:rowId xmlns:a16="http://schemas.microsoft.com/office/drawing/2014/main" val="700653990"/>
                  </a:ext>
                </a:extLst>
              </a:tr>
            </a:tbl>
          </a:graphicData>
        </a:graphic>
      </p:graphicFrame>
    </p:spTree>
    <p:extLst>
      <p:ext uri="{BB962C8B-B14F-4D97-AF65-F5344CB8AC3E}">
        <p14:creationId xmlns:p14="http://schemas.microsoft.com/office/powerpoint/2010/main" val="3421669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artial Circle 5">
            <a:extLst>
              <a:ext uri="{FF2B5EF4-FFF2-40B4-BE49-F238E27FC236}">
                <a16:creationId xmlns:a16="http://schemas.microsoft.com/office/drawing/2014/main" id="{F0A266B5-DD20-4834-5B61-6B00B87FCB21}"/>
              </a:ext>
            </a:extLst>
          </p:cNvPr>
          <p:cNvSpPr/>
          <p:nvPr/>
        </p:nvSpPr>
        <p:spPr>
          <a:xfrm>
            <a:off x="-1908796" y="605786"/>
            <a:ext cx="7488000" cy="7488000"/>
          </a:xfrm>
          <a:prstGeom prst="pie">
            <a:avLst>
              <a:gd name="adj1" fmla="val 19059619"/>
              <a:gd name="adj2" fmla="val 21597052"/>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2" name="Title 1">
            <a:extLst>
              <a:ext uri="{FF2B5EF4-FFF2-40B4-BE49-F238E27FC236}">
                <a16:creationId xmlns:a16="http://schemas.microsoft.com/office/drawing/2014/main" id="{57F13676-BA63-24A1-53FD-EE551CC5AA12}"/>
              </a:ext>
            </a:extLst>
          </p:cNvPr>
          <p:cNvSpPr>
            <a:spLocks noGrp="1"/>
          </p:cNvSpPr>
          <p:nvPr>
            <p:ph type="title"/>
          </p:nvPr>
        </p:nvSpPr>
        <p:spPr/>
        <p:txBody>
          <a:bodyPr/>
          <a:lstStyle/>
          <a:p>
            <a:r>
              <a:rPr lang="en-GB" dirty="0"/>
              <a:t>Importance of Details</a:t>
            </a:r>
          </a:p>
        </p:txBody>
      </p:sp>
      <p:graphicFrame>
        <p:nvGraphicFramePr>
          <p:cNvPr id="7" name="Table 6">
            <a:extLst>
              <a:ext uri="{FF2B5EF4-FFF2-40B4-BE49-F238E27FC236}">
                <a16:creationId xmlns:a16="http://schemas.microsoft.com/office/drawing/2014/main" id="{2AAFC028-026B-9179-E82D-72FC67CDEA1B}"/>
              </a:ext>
            </a:extLst>
          </p:cNvPr>
          <p:cNvGraphicFramePr>
            <a:graphicFrameLocks noGrp="1"/>
          </p:cNvGraphicFramePr>
          <p:nvPr>
            <p:extLst>
              <p:ext uri="{D42A27DB-BD31-4B8C-83A1-F6EECF244321}">
                <p14:modId xmlns:p14="http://schemas.microsoft.com/office/powerpoint/2010/main" val="2387594847"/>
              </p:ext>
            </p:extLst>
          </p:nvPr>
        </p:nvGraphicFramePr>
        <p:xfrm>
          <a:off x="5843341" y="2254106"/>
          <a:ext cx="6188364" cy="3106652"/>
        </p:xfrm>
        <a:graphic>
          <a:graphicData uri="http://schemas.openxmlformats.org/drawingml/2006/table">
            <a:tbl>
              <a:tblPr firstRow="1" bandRow="1">
                <a:tableStyleId>{5C22544A-7EE6-4342-B048-85BDC9FD1C3A}</a:tableStyleId>
              </a:tblPr>
              <a:tblGrid>
                <a:gridCol w="948079">
                  <a:extLst>
                    <a:ext uri="{9D8B030D-6E8A-4147-A177-3AD203B41FA5}">
                      <a16:colId xmlns:a16="http://schemas.microsoft.com/office/drawing/2014/main" val="740574582"/>
                    </a:ext>
                  </a:extLst>
                </a:gridCol>
                <a:gridCol w="1136439">
                  <a:extLst>
                    <a:ext uri="{9D8B030D-6E8A-4147-A177-3AD203B41FA5}">
                      <a16:colId xmlns:a16="http://schemas.microsoft.com/office/drawing/2014/main" val="2448365436"/>
                    </a:ext>
                  </a:extLst>
                </a:gridCol>
                <a:gridCol w="1174110">
                  <a:extLst>
                    <a:ext uri="{9D8B030D-6E8A-4147-A177-3AD203B41FA5}">
                      <a16:colId xmlns:a16="http://schemas.microsoft.com/office/drawing/2014/main" val="4107036050"/>
                    </a:ext>
                  </a:extLst>
                </a:gridCol>
                <a:gridCol w="897847">
                  <a:extLst>
                    <a:ext uri="{9D8B030D-6E8A-4147-A177-3AD203B41FA5}">
                      <a16:colId xmlns:a16="http://schemas.microsoft.com/office/drawing/2014/main" val="3514556341"/>
                    </a:ext>
                  </a:extLst>
                </a:gridCol>
                <a:gridCol w="1266490">
                  <a:extLst>
                    <a:ext uri="{9D8B030D-6E8A-4147-A177-3AD203B41FA5}">
                      <a16:colId xmlns:a16="http://schemas.microsoft.com/office/drawing/2014/main" val="815156645"/>
                    </a:ext>
                  </a:extLst>
                </a:gridCol>
                <a:gridCol w="765399">
                  <a:extLst>
                    <a:ext uri="{9D8B030D-6E8A-4147-A177-3AD203B41FA5}">
                      <a16:colId xmlns:a16="http://schemas.microsoft.com/office/drawing/2014/main" val="3915439305"/>
                    </a:ext>
                  </a:extLst>
                </a:gridCol>
              </a:tblGrid>
              <a:tr h="880991">
                <a:tc>
                  <a:txBody>
                    <a:bodyPr/>
                    <a:lstStyle/>
                    <a:p>
                      <a:pPr algn="ctr"/>
                      <a:r>
                        <a:rPr lang="en-US" sz="1200" dirty="0"/>
                        <a:t>Requirement No. </a:t>
                      </a:r>
                      <a:endParaRPr lang="en-GB" sz="1200" dirty="0"/>
                    </a:p>
                  </a:txBody>
                  <a:tcPr anchor="ctr"/>
                </a:tc>
                <a:tc>
                  <a:txBody>
                    <a:bodyPr/>
                    <a:lstStyle/>
                    <a:p>
                      <a:pPr algn="ctr"/>
                      <a:r>
                        <a:rPr lang="en-US" sz="1200" dirty="0"/>
                        <a:t>Shall Statement</a:t>
                      </a:r>
                      <a:endParaRPr lang="en-GB" sz="1200" dirty="0"/>
                    </a:p>
                  </a:txBody>
                  <a:tcPr anchor="ctr"/>
                </a:tc>
                <a:tc>
                  <a:txBody>
                    <a:bodyPr/>
                    <a:lstStyle/>
                    <a:p>
                      <a:pPr algn="ctr"/>
                      <a:r>
                        <a:rPr lang="en-US" sz="1200" dirty="0"/>
                        <a:t>Verification Success Criteria</a:t>
                      </a:r>
                      <a:endParaRPr lang="en-GB" sz="1200" dirty="0"/>
                    </a:p>
                  </a:txBody>
                  <a:tcPr anchor="ctr"/>
                </a:tc>
                <a:tc>
                  <a:txBody>
                    <a:bodyPr/>
                    <a:lstStyle/>
                    <a:p>
                      <a:pPr algn="ctr"/>
                      <a:r>
                        <a:rPr lang="en-US" sz="1200" dirty="0"/>
                        <a:t>Verification Method</a:t>
                      </a:r>
                      <a:endParaRPr lang="en-GB" sz="1200" dirty="0"/>
                    </a:p>
                  </a:txBody>
                  <a:tcPr anchor="ctr"/>
                </a:tc>
                <a:tc>
                  <a:txBody>
                    <a:bodyPr/>
                    <a:lstStyle/>
                    <a:p>
                      <a:pPr algn="ctr"/>
                      <a:r>
                        <a:rPr lang="en-US" sz="1200" dirty="0"/>
                        <a:t>Responsible Party</a:t>
                      </a:r>
                      <a:endParaRPr lang="en-GB" sz="1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Results</a:t>
                      </a:r>
                      <a:endParaRPr lang="en-GB" sz="1200" dirty="0"/>
                    </a:p>
                  </a:txBody>
                  <a:tcPr anchor="ctr"/>
                </a:tc>
                <a:extLst>
                  <a:ext uri="{0D108BD9-81ED-4DB2-BD59-A6C34878D82A}">
                    <a16:rowId xmlns:a16="http://schemas.microsoft.com/office/drawing/2014/main" val="122290166"/>
                  </a:ext>
                </a:extLst>
              </a:tr>
              <a:tr h="741887">
                <a:tc>
                  <a:txBody>
                    <a:bodyPr/>
                    <a:lstStyle/>
                    <a:p>
                      <a:pPr algn="ctr"/>
                      <a:r>
                        <a:rPr lang="en-US" sz="1200" dirty="0"/>
                        <a:t>1</a:t>
                      </a:r>
                      <a:endParaRPr lang="en-GB" sz="1200" dirty="0"/>
                    </a:p>
                  </a:txBody>
                  <a:tcPr anchor="ctr"/>
                </a:tc>
                <a:tc>
                  <a:txBody>
                    <a:bodyPr/>
                    <a:lstStyle/>
                    <a:p>
                      <a:pPr algn="ctr"/>
                      <a:r>
                        <a:rPr lang="en-GB" sz="1200" dirty="0"/>
                        <a:t>Have 4 sides</a:t>
                      </a:r>
                    </a:p>
                  </a:txBody>
                  <a:tcPr anchor="ctr"/>
                </a:tc>
                <a:tc>
                  <a:txBody>
                    <a:bodyPr/>
                    <a:lstStyle/>
                    <a:p>
                      <a:pPr algn="ctr"/>
                      <a:r>
                        <a:rPr lang="en-GB" sz="1200" dirty="0"/>
                        <a:t>The shape has 4 sides</a:t>
                      </a:r>
                    </a:p>
                  </a:txBody>
                  <a:tcPr anchor="ctr"/>
                </a:tc>
                <a:tc>
                  <a:txBody>
                    <a:bodyPr/>
                    <a:lstStyle/>
                    <a:p>
                      <a:pPr algn="ctr"/>
                      <a:r>
                        <a:rPr lang="en-GB" sz="1200" dirty="0"/>
                        <a:t>Count the number</a:t>
                      </a:r>
                    </a:p>
                  </a:txBody>
                  <a:tcPr anchor="ctr"/>
                </a:tc>
                <a:tc>
                  <a:txBody>
                    <a:bodyPr/>
                    <a:lstStyle/>
                    <a:p>
                      <a:pPr algn="ctr"/>
                      <a:r>
                        <a:rPr lang="en-GB" sz="1200" dirty="0"/>
                        <a:t>SW</a:t>
                      </a:r>
                    </a:p>
                  </a:txBody>
                  <a:tcPr anchor="ctr"/>
                </a:tc>
                <a:tc>
                  <a:txBody>
                    <a:bodyPr/>
                    <a:lstStyle/>
                    <a:p>
                      <a:pPr algn="ctr"/>
                      <a:r>
                        <a:rPr lang="en-GB" sz="1200" dirty="0"/>
                        <a:t>Yes</a:t>
                      </a:r>
                    </a:p>
                  </a:txBody>
                  <a:tcPr anchor="ctr"/>
                </a:tc>
                <a:extLst>
                  <a:ext uri="{0D108BD9-81ED-4DB2-BD59-A6C34878D82A}">
                    <a16:rowId xmlns:a16="http://schemas.microsoft.com/office/drawing/2014/main" val="2450107380"/>
                  </a:ext>
                </a:extLst>
              </a:tr>
              <a:tr h="741887">
                <a:tc>
                  <a:txBody>
                    <a:bodyPr/>
                    <a:lstStyle/>
                    <a:p>
                      <a:pPr algn="ctr"/>
                      <a:r>
                        <a:rPr lang="en-US" sz="1200" dirty="0"/>
                        <a:t>1.1</a:t>
                      </a:r>
                      <a:endParaRPr lang="en-GB" sz="1200" dirty="0"/>
                    </a:p>
                  </a:txBody>
                  <a:tcPr anchor="ctr"/>
                </a:tc>
                <a:tc>
                  <a:txBody>
                    <a:bodyPr/>
                    <a:lstStyle/>
                    <a:p>
                      <a:pPr algn="ctr"/>
                      <a:r>
                        <a:rPr lang="en-GB" sz="1200" dirty="0"/>
                        <a:t>Sides are of equal length</a:t>
                      </a:r>
                    </a:p>
                  </a:txBody>
                  <a:tcPr anchor="ctr"/>
                </a:tc>
                <a:tc>
                  <a:txBody>
                    <a:bodyPr/>
                    <a:lstStyle/>
                    <a:p>
                      <a:pPr algn="ctr"/>
                      <a:r>
                        <a:rPr lang="en-GB" sz="1200" dirty="0"/>
                        <a:t>All sides are equal length</a:t>
                      </a:r>
                    </a:p>
                  </a:txBody>
                  <a:tcPr anchor="ctr"/>
                </a:tc>
                <a:tc>
                  <a:txBody>
                    <a:bodyPr/>
                    <a:lstStyle/>
                    <a:p>
                      <a:pPr algn="ctr"/>
                      <a:r>
                        <a:rPr lang="en-GB" sz="1200" dirty="0"/>
                        <a:t>Measure the lengths</a:t>
                      </a:r>
                    </a:p>
                  </a:txBody>
                  <a:tcPr anchor="ctr"/>
                </a:tc>
                <a:tc>
                  <a:txBody>
                    <a:bodyPr/>
                    <a:lstStyle/>
                    <a:p>
                      <a:pPr algn="ctr"/>
                      <a:r>
                        <a:rPr lang="en-GB" sz="1200" dirty="0"/>
                        <a:t>SW</a:t>
                      </a:r>
                    </a:p>
                  </a:txBody>
                  <a:tcPr anchor="ctr"/>
                </a:tc>
                <a:tc>
                  <a:txBody>
                    <a:bodyPr/>
                    <a:lstStyle/>
                    <a:p>
                      <a:pPr algn="ctr"/>
                      <a:r>
                        <a:rPr lang="en-GB" sz="1200" dirty="0"/>
                        <a:t>Yes</a:t>
                      </a:r>
                    </a:p>
                  </a:txBody>
                  <a:tcPr anchor="ctr"/>
                </a:tc>
                <a:extLst>
                  <a:ext uri="{0D108BD9-81ED-4DB2-BD59-A6C34878D82A}">
                    <a16:rowId xmlns:a16="http://schemas.microsoft.com/office/drawing/2014/main" val="3164652559"/>
                  </a:ext>
                </a:extLst>
              </a:tr>
              <a:tr h="741887">
                <a:tc>
                  <a:txBody>
                    <a:bodyPr/>
                    <a:lstStyle/>
                    <a:p>
                      <a:pPr algn="ctr"/>
                      <a:r>
                        <a:rPr lang="en-US" sz="1200" dirty="0"/>
                        <a:t>2</a:t>
                      </a:r>
                      <a:endParaRPr lang="en-GB" sz="1200" dirty="0"/>
                    </a:p>
                  </a:txBody>
                  <a:tcPr anchor="ctr"/>
                </a:tc>
                <a:tc>
                  <a:txBody>
                    <a:bodyPr/>
                    <a:lstStyle/>
                    <a:p>
                      <a:pPr algn="ctr"/>
                      <a:r>
                        <a:rPr lang="en-GB" sz="1200" dirty="0"/>
                        <a:t>Have 4 right angles</a:t>
                      </a:r>
                    </a:p>
                  </a:txBody>
                  <a:tcPr anchor="ctr"/>
                </a:tc>
                <a:tc>
                  <a:txBody>
                    <a:bodyPr/>
                    <a:lstStyle/>
                    <a:p>
                      <a:pPr algn="ctr"/>
                      <a:r>
                        <a:rPr lang="en-GB" sz="1200" dirty="0"/>
                        <a:t>There are 4 right angles</a:t>
                      </a:r>
                    </a:p>
                  </a:txBody>
                  <a:tcPr anchor="ctr"/>
                </a:tc>
                <a:tc>
                  <a:txBody>
                    <a:bodyPr/>
                    <a:lstStyle/>
                    <a:p>
                      <a:pPr algn="ctr"/>
                      <a:r>
                        <a:rPr lang="en-GB" sz="1200" dirty="0"/>
                        <a:t>Count the number</a:t>
                      </a:r>
                    </a:p>
                  </a:txBody>
                  <a:tcPr anchor="ctr"/>
                </a:tc>
                <a:tc>
                  <a:txBody>
                    <a:bodyPr/>
                    <a:lstStyle/>
                    <a:p>
                      <a:pPr algn="ctr"/>
                      <a:r>
                        <a:rPr lang="en-GB" sz="1200" dirty="0"/>
                        <a:t>SW</a:t>
                      </a:r>
                    </a:p>
                  </a:txBody>
                  <a:tcPr anchor="ctr"/>
                </a:tc>
                <a:tc>
                  <a:txBody>
                    <a:bodyPr/>
                    <a:lstStyle/>
                    <a:p>
                      <a:pPr algn="ctr"/>
                      <a:r>
                        <a:rPr lang="en-GB" sz="1200" dirty="0"/>
                        <a:t>Yes(</a:t>
                      </a:r>
                      <a:r>
                        <a:rPr lang="en-GB" sz="1200" dirty="0" err="1"/>
                        <a:t>ish</a:t>
                      </a:r>
                      <a:r>
                        <a:rPr lang="en-GB" sz="1200" dirty="0"/>
                        <a:t>)</a:t>
                      </a:r>
                    </a:p>
                  </a:txBody>
                  <a:tcPr anchor="ctr"/>
                </a:tc>
                <a:extLst>
                  <a:ext uri="{0D108BD9-81ED-4DB2-BD59-A6C34878D82A}">
                    <a16:rowId xmlns:a16="http://schemas.microsoft.com/office/drawing/2014/main" val="700653990"/>
                  </a:ext>
                </a:extLst>
              </a:tr>
            </a:tbl>
          </a:graphicData>
        </a:graphic>
      </p:graphicFrame>
      <p:sp>
        <p:nvSpPr>
          <p:cNvPr id="15" name="Partial Circle 14">
            <a:extLst>
              <a:ext uri="{FF2B5EF4-FFF2-40B4-BE49-F238E27FC236}">
                <a16:creationId xmlns:a16="http://schemas.microsoft.com/office/drawing/2014/main" id="{A05B42FF-0563-B976-5D1E-61221545AD68}"/>
              </a:ext>
            </a:extLst>
          </p:cNvPr>
          <p:cNvSpPr/>
          <p:nvPr/>
        </p:nvSpPr>
        <p:spPr>
          <a:xfrm>
            <a:off x="1124729" y="3620261"/>
            <a:ext cx="1440000" cy="1440000"/>
          </a:xfrm>
          <a:prstGeom prst="pie">
            <a:avLst>
              <a:gd name="adj1" fmla="val 0"/>
              <a:gd name="adj2" fmla="val 19108115"/>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tx1"/>
              </a:solidFill>
            </a:endParaRPr>
          </a:p>
        </p:txBody>
      </p:sp>
      <p:cxnSp>
        <p:nvCxnSpPr>
          <p:cNvPr id="11" name="Straight Connector 10">
            <a:extLst>
              <a:ext uri="{FF2B5EF4-FFF2-40B4-BE49-F238E27FC236}">
                <a16:creationId xmlns:a16="http://schemas.microsoft.com/office/drawing/2014/main" id="{07B88EA6-ECC4-838E-9D84-A4A6D5BD6FD9}"/>
              </a:ext>
            </a:extLst>
          </p:cNvPr>
          <p:cNvCxnSpPr/>
          <p:nvPr/>
        </p:nvCxnSpPr>
        <p:spPr>
          <a:xfrm flipH="1">
            <a:off x="1852349" y="3863340"/>
            <a:ext cx="525091" cy="47692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D4B373C-DD23-E242-E5CE-E250E991DD2F}"/>
              </a:ext>
            </a:extLst>
          </p:cNvPr>
          <p:cNvCxnSpPr>
            <a:cxnSpLocks/>
            <a:endCxn id="15" idx="0"/>
          </p:cNvCxnSpPr>
          <p:nvPr/>
        </p:nvCxnSpPr>
        <p:spPr>
          <a:xfrm>
            <a:off x="1767840" y="4340261"/>
            <a:ext cx="796889"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C365588F-3357-6D6B-67FC-45B27F7BC0F5}"/>
              </a:ext>
            </a:extLst>
          </p:cNvPr>
          <p:cNvSpPr/>
          <p:nvPr/>
        </p:nvSpPr>
        <p:spPr>
          <a:xfrm>
            <a:off x="2288205" y="3744257"/>
            <a:ext cx="198120" cy="189086"/>
          </a:xfrm>
          <a:prstGeom prst="ellipse">
            <a:avLst/>
          </a:prstGeom>
          <a:noFill/>
          <a:ln>
            <a:solidFill>
              <a:srgbClr val="FF000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0A4A9FE0-CF75-2B94-F467-53C6EFB6FD34}"/>
              </a:ext>
            </a:extLst>
          </p:cNvPr>
          <p:cNvSpPr/>
          <p:nvPr/>
        </p:nvSpPr>
        <p:spPr>
          <a:xfrm>
            <a:off x="2503470" y="4285277"/>
            <a:ext cx="198120" cy="189086"/>
          </a:xfrm>
          <a:prstGeom prst="ellipse">
            <a:avLst/>
          </a:prstGeom>
          <a:noFill/>
          <a:ln>
            <a:solidFill>
              <a:srgbClr val="FF000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A0D22708-391D-71BD-2395-7AE336E21712}"/>
              </a:ext>
            </a:extLst>
          </p:cNvPr>
          <p:cNvSpPr/>
          <p:nvPr/>
        </p:nvSpPr>
        <p:spPr>
          <a:xfrm>
            <a:off x="4501815" y="1761152"/>
            <a:ext cx="198120" cy="189086"/>
          </a:xfrm>
          <a:prstGeom prst="ellipse">
            <a:avLst/>
          </a:prstGeom>
          <a:noFill/>
          <a:ln>
            <a:solidFill>
              <a:srgbClr val="FF000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GB"/>
          </a:p>
        </p:txBody>
      </p:sp>
      <p:sp>
        <p:nvSpPr>
          <p:cNvPr id="23" name="Oval 22">
            <a:extLst>
              <a:ext uri="{FF2B5EF4-FFF2-40B4-BE49-F238E27FC236}">
                <a16:creationId xmlns:a16="http://schemas.microsoft.com/office/drawing/2014/main" id="{60C1C297-6B98-3EC3-5D42-C9171570004B}"/>
              </a:ext>
            </a:extLst>
          </p:cNvPr>
          <p:cNvSpPr/>
          <p:nvPr/>
        </p:nvSpPr>
        <p:spPr>
          <a:xfrm>
            <a:off x="5446695" y="4237652"/>
            <a:ext cx="198120" cy="189086"/>
          </a:xfrm>
          <a:prstGeom prst="ellipse">
            <a:avLst/>
          </a:prstGeom>
          <a:noFill/>
          <a:ln>
            <a:solidFill>
              <a:srgbClr val="FF000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GB"/>
          </a:p>
        </p:txBody>
      </p:sp>
      <p:cxnSp>
        <p:nvCxnSpPr>
          <p:cNvPr id="25" name="Straight Connector 24">
            <a:extLst>
              <a:ext uri="{FF2B5EF4-FFF2-40B4-BE49-F238E27FC236}">
                <a16:creationId xmlns:a16="http://schemas.microsoft.com/office/drawing/2014/main" id="{A7423985-C06E-667F-B652-931B41B4631F}"/>
              </a:ext>
            </a:extLst>
          </p:cNvPr>
          <p:cNvCxnSpPr/>
          <p:nvPr/>
        </p:nvCxnSpPr>
        <p:spPr>
          <a:xfrm>
            <a:off x="3295650" y="2857500"/>
            <a:ext cx="152400" cy="17145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D00A0DB-C642-1D24-92C0-652EB36E8F73}"/>
              </a:ext>
            </a:extLst>
          </p:cNvPr>
          <p:cNvCxnSpPr/>
          <p:nvPr/>
        </p:nvCxnSpPr>
        <p:spPr>
          <a:xfrm>
            <a:off x="3390900" y="2790825"/>
            <a:ext cx="152400" cy="171450"/>
          </a:xfrm>
          <a:prstGeom prst="line">
            <a:avLst/>
          </a:prstGeom>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D6366BBB-9A15-E661-7EEB-0205FDCEA7F4}"/>
              </a:ext>
            </a:extLst>
          </p:cNvPr>
          <p:cNvGrpSpPr/>
          <p:nvPr/>
        </p:nvGrpSpPr>
        <p:grpSpPr>
          <a:xfrm rot="2379341">
            <a:off x="3945496" y="4203459"/>
            <a:ext cx="243598" cy="243013"/>
            <a:chOff x="3943470" y="4204189"/>
            <a:chExt cx="243598" cy="243013"/>
          </a:xfrm>
        </p:grpSpPr>
        <p:cxnSp>
          <p:nvCxnSpPr>
            <p:cNvPr id="27" name="Straight Connector 26">
              <a:extLst>
                <a:ext uri="{FF2B5EF4-FFF2-40B4-BE49-F238E27FC236}">
                  <a16:creationId xmlns:a16="http://schemas.microsoft.com/office/drawing/2014/main" id="{0EFF3BA1-F876-BA48-C827-7B028B3A19C5}"/>
                </a:ext>
              </a:extLst>
            </p:cNvPr>
            <p:cNvCxnSpPr/>
            <p:nvPr/>
          </p:nvCxnSpPr>
          <p:spPr>
            <a:xfrm>
              <a:off x="3943470" y="4275752"/>
              <a:ext cx="152400" cy="17145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E4CEFD7-53A2-9760-F174-524C1750DB88}"/>
                </a:ext>
              </a:extLst>
            </p:cNvPr>
            <p:cNvCxnSpPr/>
            <p:nvPr/>
          </p:nvCxnSpPr>
          <p:spPr>
            <a:xfrm>
              <a:off x="4034668" y="4204189"/>
              <a:ext cx="152400" cy="17145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8F9FC799-88CA-AE3A-2830-BCBA75499AD5}"/>
              </a:ext>
            </a:extLst>
          </p:cNvPr>
          <p:cNvGrpSpPr/>
          <p:nvPr/>
        </p:nvGrpSpPr>
        <p:grpSpPr>
          <a:xfrm rot="17819812">
            <a:off x="1022697" y="4399201"/>
            <a:ext cx="239002" cy="255099"/>
            <a:chOff x="1017495" y="4407688"/>
            <a:chExt cx="239002" cy="255099"/>
          </a:xfrm>
        </p:grpSpPr>
        <p:cxnSp>
          <p:nvCxnSpPr>
            <p:cNvPr id="30" name="Straight Connector 29">
              <a:extLst>
                <a:ext uri="{FF2B5EF4-FFF2-40B4-BE49-F238E27FC236}">
                  <a16:creationId xmlns:a16="http://schemas.microsoft.com/office/drawing/2014/main" id="{A7855BBB-6251-5356-FC3C-3D8644AE449F}"/>
                </a:ext>
              </a:extLst>
            </p:cNvPr>
            <p:cNvCxnSpPr/>
            <p:nvPr/>
          </p:nvCxnSpPr>
          <p:spPr>
            <a:xfrm>
              <a:off x="1017495" y="4491337"/>
              <a:ext cx="152400" cy="1714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3DEDC22-658E-0D5C-F425-D0F978466955}"/>
                </a:ext>
              </a:extLst>
            </p:cNvPr>
            <p:cNvCxnSpPr/>
            <p:nvPr/>
          </p:nvCxnSpPr>
          <p:spPr>
            <a:xfrm>
              <a:off x="1104097" y="4407688"/>
              <a:ext cx="152400" cy="17145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25162525-69B5-C521-A1E9-F04DBAB484D5}"/>
              </a:ext>
            </a:extLst>
          </p:cNvPr>
          <p:cNvGrpSpPr/>
          <p:nvPr/>
        </p:nvGrpSpPr>
        <p:grpSpPr>
          <a:xfrm rot="17449494">
            <a:off x="5163834" y="2808224"/>
            <a:ext cx="240877" cy="255930"/>
            <a:chOff x="5205818" y="2790825"/>
            <a:chExt cx="240877" cy="255930"/>
          </a:xfrm>
        </p:grpSpPr>
        <p:cxnSp>
          <p:nvCxnSpPr>
            <p:cNvPr id="33" name="Straight Connector 32">
              <a:extLst>
                <a:ext uri="{FF2B5EF4-FFF2-40B4-BE49-F238E27FC236}">
                  <a16:creationId xmlns:a16="http://schemas.microsoft.com/office/drawing/2014/main" id="{3900F846-AD13-9766-5D3F-F38C584F5CE4}"/>
                </a:ext>
              </a:extLst>
            </p:cNvPr>
            <p:cNvCxnSpPr/>
            <p:nvPr/>
          </p:nvCxnSpPr>
          <p:spPr>
            <a:xfrm>
              <a:off x="5205818" y="2875305"/>
              <a:ext cx="152400" cy="1714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05724EB-B1E4-7CB9-C737-D846300EC2F0}"/>
                </a:ext>
              </a:extLst>
            </p:cNvPr>
            <p:cNvCxnSpPr/>
            <p:nvPr/>
          </p:nvCxnSpPr>
          <p:spPr>
            <a:xfrm>
              <a:off x="5294295" y="2790825"/>
              <a:ext cx="152400" cy="17145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97200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450FF-7523-6499-5A57-604ABC457D37}"/>
              </a:ext>
            </a:extLst>
          </p:cNvPr>
          <p:cNvSpPr>
            <a:spLocks noGrp="1"/>
          </p:cNvSpPr>
          <p:nvPr>
            <p:ph type="title"/>
          </p:nvPr>
        </p:nvSpPr>
        <p:spPr/>
        <p:txBody>
          <a:bodyPr/>
          <a:lstStyle/>
          <a:p>
            <a:r>
              <a:rPr lang="en-GB" dirty="0"/>
              <a:t>Performance Requirements In Detail</a:t>
            </a:r>
          </a:p>
        </p:txBody>
      </p:sp>
      <p:sp>
        <p:nvSpPr>
          <p:cNvPr id="3" name="Content Placeholder 2">
            <a:extLst>
              <a:ext uri="{FF2B5EF4-FFF2-40B4-BE49-F238E27FC236}">
                <a16:creationId xmlns:a16="http://schemas.microsoft.com/office/drawing/2014/main" id="{EFC4A890-200A-7BDB-A55E-A3E2EDD3B8BB}"/>
              </a:ext>
            </a:extLst>
          </p:cNvPr>
          <p:cNvSpPr>
            <a:spLocks noGrp="1"/>
          </p:cNvSpPr>
          <p:nvPr>
            <p:ph idx="1"/>
          </p:nvPr>
        </p:nvSpPr>
        <p:spPr/>
        <p:txBody>
          <a:bodyPr/>
          <a:lstStyle/>
          <a:p>
            <a:pPr marL="514350" indent="-514350">
              <a:buAutoNum type="arabicPlain"/>
            </a:pPr>
            <a:r>
              <a:rPr lang="en-GB" dirty="0"/>
              <a:t>The shape shall have four sides</a:t>
            </a:r>
          </a:p>
          <a:p>
            <a:pPr marL="457200" lvl="1" indent="0">
              <a:buNone/>
            </a:pPr>
            <a:r>
              <a:rPr lang="en-GB" dirty="0"/>
              <a:t>1.1	The sides shall have equal length</a:t>
            </a:r>
          </a:p>
          <a:p>
            <a:pPr marL="457200" lvl="1" indent="0">
              <a:buNone/>
            </a:pPr>
            <a:r>
              <a:rPr lang="en-GB" dirty="0"/>
              <a:t>1.2 Each side shall be straight</a:t>
            </a:r>
          </a:p>
          <a:p>
            <a:pPr marL="457200" lvl="1" indent="0">
              <a:buNone/>
            </a:pPr>
            <a:r>
              <a:rPr lang="en-GB" dirty="0"/>
              <a:t>1.3	Opposite sides shall be parallel with each other</a:t>
            </a:r>
          </a:p>
          <a:p>
            <a:pPr marL="514350" indent="-514350">
              <a:buAutoNum type="arabicPlain"/>
            </a:pPr>
            <a:r>
              <a:rPr lang="en-GB" dirty="0"/>
              <a:t>The shape shall have four right angles</a:t>
            </a:r>
          </a:p>
          <a:p>
            <a:pPr marL="457200" lvl="1" indent="0">
              <a:buNone/>
            </a:pPr>
            <a:r>
              <a:rPr lang="en-GB" dirty="0"/>
              <a:t>2.1	The right angles will all be internal</a:t>
            </a:r>
          </a:p>
          <a:p>
            <a:pPr marL="457200" lvl="1" indent="0">
              <a:buNone/>
            </a:pPr>
            <a:r>
              <a:rPr lang="en-GB" dirty="0"/>
              <a:t>2.2	The sum of the interior angles shall be 360</a:t>
            </a:r>
          </a:p>
          <a:p>
            <a:pPr marL="514350" indent="-514350">
              <a:buAutoNum type="arabicPlain" startAt="3"/>
            </a:pPr>
            <a:r>
              <a:rPr lang="en-GB" dirty="0"/>
              <a:t>The shape shall be symmetrical</a:t>
            </a:r>
          </a:p>
          <a:p>
            <a:pPr marL="457200" lvl="1" indent="0">
              <a:buNone/>
            </a:pPr>
            <a:r>
              <a:rPr lang="en-GB" dirty="0"/>
              <a:t>3.1	There shall be four lines of symmetry</a:t>
            </a:r>
          </a:p>
          <a:p>
            <a:pPr marL="457200" lvl="1" indent="0">
              <a:buNone/>
            </a:pPr>
            <a:r>
              <a:rPr lang="en-GB" dirty="0"/>
              <a:t>3.2	The rotational symmetry order shall be four</a:t>
            </a:r>
          </a:p>
        </p:txBody>
      </p:sp>
      <p:sp>
        <p:nvSpPr>
          <p:cNvPr id="5" name="Rectangle 4">
            <a:extLst>
              <a:ext uri="{FF2B5EF4-FFF2-40B4-BE49-F238E27FC236}">
                <a16:creationId xmlns:a16="http://schemas.microsoft.com/office/drawing/2014/main" id="{9D048E24-E245-703A-9A9C-05CDBEC3D783}"/>
              </a:ext>
            </a:extLst>
          </p:cNvPr>
          <p:cNvSpPr/>
          <p:nvPr/>
        </p:nvSpPr>
        <p:spPr>
          <a:xfrm>
            <a:off x="9193799" y="2921293"/>
            <a:ext cx="270000" cy="27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51633A22-BC79-354E-D2DB-16648C10016E}"/>
              </a:ext>
            </a:extLst>
          </p:cNvPr>
          <p:cNvSpPr/>
          <p:nvPr/>
        </p:nvSpPr>
        <p:spPr>
          <a:xfrm>
            <a:off x="11083801" y="2921293"/>
            <a:ext cx="270000" cy="27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7938AF64-F0C5-247F-1157-83D41857DA5F}"/>
              </a:ext>
            </a:extLst>
          </p:cNvPr>
          <p:cNvSpPr/>
          <p:nvPr/>
        </p:nvSpPr>
        <p:spPr>
          <a:xfrm>
            <a:off x="9193799" y="4811294"/>
            <a:ext cx="270000" cy="27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1FD38CF4-301B-7EC8-2B63-72037B4E5729}"/>
              </a:ext>
            </a:extLst>
          </p:cNvPr>
          <p:cNvSpPr/>
          <p:nvPr/>
        </p:nvSpPr>
        <p:spPr>
          <a:xfrm>
            <a:off x="11083801" y="4811294"/>
            <a:ext cx="270000" cy="27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1158D737-6412-5B6C-D0BA-70F468130855}"/>
              </a:ext>
            </a:extLst>
          </p:cNvPr>
          <p:cNvSpPr/>
          <p:nvPr/>
        </p:nvSpPr>
        <p:spPr>
          <a:xfrm>
            <a:off x="9193800" y="2921294"/>
            <a:ext cx="2160000" cy="2160000"/>
          </a:xfrm>
          <a:prstGeom prst="rect">
            <a:avLst/>
          </a:prstGeom>
          <a:noFill/>
          <a:ln w="57150"/>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grpSp>
        <p:nvGrpSpPr>
          <p:cNvPr id="13" name="Group 12">
            <a:extLst>
              <a:ext uri="{FF2B5EF4-FFF2-40B4-BE49-F238E27FC236}">
                <a16:creationId xmlns:a16="http://schemas.microsoft.com/office/drawing/2014/main" id="{ABD7666C-419F-CC1F-2B6C-F5D95C854F6A}"/>
              </a:ext>
            </a:extLst>
          </p:cNvPr>
          <p:cNvGrpSpPr/>
          <p:nvPr/>
        </p:nvGrpSpPr>
        <p:grpSpPr>
          <a:xfrm>
            <a:off x="10121400" y="2711743"/>
            <a:ext cx="180975" cy="419100"/>
            <a:chOff x="10115550" y="2686050"/>
            <a:chExt cx="180975" cy="419100"/>
          </a:xfrm>
        </p:grpSpPr>
        <p:cxnSp>
          <p:nvCxnSpPr>
            <p:cNvPr id="11" name="Straight Connector 10">
              <a:extLst>
                <a:ext uri="{FF2B5EF4-FFF2-40B4-BE49-F238E27FC236}">
                  <a16:creationId xmlns:a16="http://schemas.microsoft.com/office/drawing/2014/main" id="{1AF5D813-EE9F-A11A-C236-36C48AA1510D}"/>
                </a:ext>
              </a:extLst>
            </p:cNvPr>
            <p:cNvCxnSpPr>
              <a:cxnSpLocks/>
            </p:cNvCxnSpPr>
            <p:nvPr/>
          </p:nvCxnSpPr>
          <p:spPr>
            <a:xfrm>
              <a:off x="10115550" y="2686050"/>
              <a:ext cx="0" cy="419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E098505-A1D7-0A2B-4614-EE156A17C6C1}"/>
                </a:ext>
              </a:extLst>
            </p:cNvPr>
            <p:cNvCxnSpPr>
              <a:cxnSpLocks/>
            </p:cNvCxnSpPr>
            <p:nvPr/>
          </p:nvCxnSpPr>
          <p:spPr>
            <a:xfrm>
              <a:off x="10296525" y="2686050"/>
              <a:ext cx="0" cy="4191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9ACF466E-2D82-7A77-FF20-3A26F3842823}"/>
              </a:ext>
            </a:extLst>
          </p:cNvPr>
          <p:cNvGrpSpPr/>
          <p:nvPr/>
        </p:nvGrpSpPr>
        <p:grpSpPr>
          <a:xfrm>
            <a:off x="10115550" y="4871744"/>
            <a:ext cx="180975" cy="419100"/>
            <a:chOff x="10115550" y="2686050"/>
            <a:chExt cx="180975" cy="419100"/>
          </a:xfrm>
        </p:grpSpPr>
        <p:cxnSp>
          <p:nvCxnSpPr>
            <p:cNvPr id="15" name="Straight Connector 14">
              <a:extLst>
                <a:ext uri="{FF2B5EF4-FFF2-40B4-BE49-F238E27FC236}">
                  <a16:creationId xmlns:a16="http://schemas.microsoft.com/office/drawing/2014/main" id="{39E4BC80-A7A7-54A1-FA41-CAFB2DFCA803}"/>
                </a:ext>
              </a:extLst>
            </p:cNvPr>
            <p:cNvCxnSpPr>
              <a:cxnSpLocks/>
            </p:cNvCxnSpPr>
            <p:nvPr/>
          </p:nvCxnSpPr>
          <p:spPr>
            <a:xfrm>
              <a:off x="10115550" y="2686050"/>
              <a:ext cx="0" cy="419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405D5CD-DF83-73F9-9492-B37121B60C8E}"/>
                </a:ext>
              </a:extLst>
            </p:cNvPr>
            <p:cNvCxnSpPr>
              <a:cxnSpLocks/>
            </p:cNvCxnSpPr>
            <p:nvPr/>
          </p:nvCxnSpPr>
          <p:spPr>
            <a:xfrm>
              <a:off x="10296525" y="2686050"/>
              <a:ext cx="0" cy="4191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952C2646-3FFD-02A5-887B-F64F1E1EAC2E}"/>
              </a:ext>
            </a:extLst>
          </p:cNvPr>
          <p:cNvGrpSpPr/>
          <p:nvPr/>
        </p:nvGrpSpPr>
        <p:grpSpPr>
          <a:xfrm rot="5400000">
            <a:off x="11263313" y="3791744"/>
            <a:ext cx="180975" cy="419100"/>
            <a:chOff x="10115550" y="2686050"/>
            <a:chExt cx="180975" cy="419100"/>
          </a:xfrm>
        </p:grpSpPr>
        <p:cxnSp>
          <p:nvCxnSpPr>
            <p:cNvPr id="18" name="Straight Connector 17">
              <a:extLst>
                <a:ext uri="{FF2B5EF4-FFF2-40B4-BE49-F238E27FC236}">
                  <a16:creationId xmlns:a16="http://schemas.microsoft.com/office/drawing/2014/main" id="{52EC5FAC-FB7B-8ADE-BD5B-2C66EC79601E}"/>
                </a:ext>
              </a:extLst>
            </p:cNvPr>
            <p:cNvCxnSpPr>
              <a:cxnSpLocks/>
            </p:cNvCxnSpPr>
            <p:nvPr/>
          </p:nvCxnSpPr>
          <p:spPr>
            <a:xfrm>
              <a:off x="10115550" y="2686050"/>
              <a:ext cx="0" cy="419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CBA0D1E-1DA2-07A3-62D9-C9D5EB82CD7A}"/>
                </a:ext>
              </a:extLst>
            </p:cNvPr>
            <p:cNvCxnSpPr>
              <a:cxnSpLocks/>
            </p:cNvCxnSpPr>
            <p:nvPr/>
          </p:nvCxnSpPr>
          <p:spPr>
            <a:xfrm>
              <a:off x="10296525" y="2686050"/>
              <a:ext cx="0" cy="4191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D2EA0B9E-32ED-4DD4-B488-4A699CE4BA85}"/>
              </a:ext>
            </a:extLst>
          </p:cNvPr>
          <p:cNvGrpSpPr/>
          <p:nvPr/>
        </p:nvGrpSpPr>
        <p:grpSpPr>
          <a:xfrm rot="5400000">
            <a:off x="9103311" y="3791745"/>
            <a:ext cx="180975" cy="419100"/>
            <a:chOff x="10115550" y="2686050"/>
            <a:chExt cx="180975" cy="419100"/>
          </a:xfrm>
        </p:grpSpPr>
        <p:cxnSp>
          <p:nvCxnSpPr>
            <p:cNvPr id="21" name="Straight Connector 20">
              <a:extLst>
                <a:ext uri="{FF2B5EF4-FFF2-40B4-BE49-F238E27FC236}">
                  <a16:creationId xmlns:a16="http://schemas.microsoft.com/office/drawing/2014/main" id="{98700D25-1E75-4940-17FA-8ABDD2A34618}"/>
                </a:ext>
              </a:extLst>
            </p:cNvPr>
            <p:cNvCxnSpPr>
              <a:cxnSpLocks/>
            </p:cNvCxnSpPr>
            <p:nvPr/>
          </p:nvCxnSpPr>
          <p:spPr>
            <a:xfrm>
              <a:off x="10115550" y="2686050"/>
              <a:ext cx="0" cy="419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4215138-3AE9-9891-DD26-D01E2EA91CD9}"/>
                </a:ext>
              </a:extLst>
            </p:cNvPr>
            <p:cNvCxnSpPr>
              <a:cxnSpLocks/>
            </p:cNvCxnSpPr>
            <p:nvPr/>
          </p:nvCxnSpPr>
          <p:spPr>
            <a:xfrm>
              <a:off x="10296525" y="2686050"/>
              <a:ext cx="0" cy="41910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02937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83BAF-1808-E5C8-EE95-BAE8582312B9}"/>
              </a:ext>
            </a:extLst>
          </p:cNvPr>
          <p:cNvSpPr>
            <a:spLocks noGrp="1"/>
          </p:cNvSpPr>
          <p:nvPr>
            <p:ph type="title"/>
          </p:nvPr>
        </p:nvSpPr>
        <p:spPr/>
        <p:txBody>
          <a:bodyPr/>
          <a:lstStyle/>
          <a:p>
            <a:r>
              <a:rPr lang="en-GB" dirty="0"/>
              <a:t>Design Requirements Analysis Coursework</a:t>
            </a:r>
          </a:p>
        </p:txBody>
      </p:sp>
      <p:sp>
        <p:nvSpPr>
          <p:cNvPr id="3" name="Content Placeholder 2">
            <a:extLst>
              <a:ext uri="{FF2B5EF4-FFF2-40B4-BE49-F238E27FC236}">
                <a16:creationId xmlns:a16="http://schemas.microsoft.com/office/drawing/2014/main" id="{46B243B0-5EFF-D46D-7686-28EF81E94D24}"/>
              </a:ext>
            </a:extLst>
          </p:cNvPr>
          <p:cNvSpPr>
            <a:spLocks noGrp="1"/>
          </p:cNvSpPr>
          <p:nvPr>
            <p:ph idx="1"/>
          </p:nvPr>
        </p:nvSpPr>
        <p:spPr/>
        <p:txBody>
          <a:bodyPr/>
          <a:lstStyle/>
          <a:p>
            <a:r>
              <a:rPr lang="en-GB" dirty="0"/>
              <a:t>Problem Statement (10%)</a:t>
            </a:r>
          </a:p>
          <a:p>
            <a:pPr lvl="0"/>
            <a:r>
              <a:rPr lang="en-GB" dirty="0"/>
              <a:t>Concept of Operations (30%)</a:t>
            </a:r>
          </a:p>
          <a:p>
            <a:pPr lvl="0"/>
            <a:r>
              <a:rPr lang="en-GB" dirty="0"/>
              <a:t>Functional Requirements (20%)</a:t>
            </a:r>
          </a:p>
          <a:p>
            <a:pPr lvl="0"/>
            <a:r>
              <a:rPr lang="en-GB" dirty="0"/>
              <a:t>Performance Requirements (20%)</a:t>
            </a:r>
          </a:p>
          <a:p>
            <a:pPr lvl="0"/>
            <a:r>
              <a:rPr lang="en-GB" dirty="0"/>
              <a:t>Requirements Verification Matrix (20%)</a:t>
            </a:r>
          </a:p>
          <a:p>
            <a:endParaRPr lang="en-GB" dirty="0"/>
          </a:p>
        </p:txBody>
      </p:sp>
    </p:spTree>
    <p:extLst>
      <p:ext uri="{BB962C8B-B14F-4D97-AF65-F5344CB8AC3E}">
        <p14:creationId xmlns:p14="http://schemas.microsoft.com/office/powerpoint/2010/main" val="3195122326"/>
      </p:ext>
    </p:extLst>
  </p:cSld>
  <p:clrMapOvr>
    <a:masterClrMapping/>
  </p:clrMapOvr>
</p:sld>
</file>

<file path=ppt/theme/theme1.xml><?xml version="1.0" encoding="utf-8"?>
<a:theme xmlns:a="http://schemas.openxmlformats.org/drawingml/2006/main" name="Office Theme">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2595f015-2f22-494f-9b3c-8a4036cde26d" xsi:nil="true"/>
    <lcf76f155ced4ddcb4097134ff3c332f xmlns="c0216e93-ed85-499d-afc8-42f3c08d2a3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8F3D68DDA5C3A4F8AB720D6581680C0" ma:contentTypeVersion="13" ma:contentTypeDescription="Create a new document." ma:contentTypeScope="" ma:versionID="cb2e30e919f20f1b71127dc3fb918a38">
  <xsd:schema xmlns:xsd="http://www.w3.org/2001/XMLSchema" xmlns:xs="http://www.w3.org/2001/XMLSchema" xmlns:p="http://schemas.microsoft.com/office/2006/metadata/properties" xmlns:ns2="c0216e93-ed85-499d-afc8-42f3c08d2a35" xmlns:ns3="2595f015-2f22-494f-9b3c-8a4036cde26d" targetNamespace="http://schemas.microsoft.com/office/2006/metadata/properties" ma:root="true" ma:fieldsID="f748ffc6231da49e14a00b0ccc234324" ns2:_="" ns3:_="">
    <xsd:import namespace="c0216e93-ed85-499d-afc8-42f3c08d2a35"/>
    <xsd:import namespace="2595f015-2f22-494f-9b3c-8a4036cde26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SearchProperties" minOccurs="0"/>
                <xsd:element ref="ns2:MediaServiceDateTake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216e93-ed85-499d-afc8-42f3c08d2a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6d63537c-d192-4dc4-bb87-a5632b1c7687"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595f015-2f22-494f-9b3c-8a4036cde26d"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281fc945-097f-4380-99f0-09549444d2e9}" ma:internalName="TaxCatchAll" ma:showField="CatchAllData" ma:web="2595f015-2f22-494f-9b3c-8a4036cde26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70F784-24FD-4849-83C9-A7C9313A521E}">
  <ds:schemaRefs>
    <ds:schemaRef ds:uri="http://schemas.microsoft.com/sharepoint/v3/contenttype/forms"/>
  </ds:schemaRefs>
</ds:datastoreItem>
</file>

<file path=customXml/itemProps2.xml><?xml version="1.0" encoding="utf-8"?>
<ds:datastoreItem xmlns:ds="http://schemas.openxmlformats.org/officeDocument/2006/customXml" ds:itemID="{8AEFD29B-42C3-41E3-AF81-C595D421A05E}">
  <ds:schemaRefs>
    <ds:schemaRef ds:uri="http://schemas.microsoft.com/office/2006/metadata/properties"/>
    <ds:schemaRef ds:uri="http://purl.org/dc/elements/1.1/"/>
    <ds:schemaRef ds:uri="http://www.w3.org/XML/1998/namespace"/>
    <ds:schemaRef ds:uri="http://schemas.microsoft.com/office/2006/documentManagement/types"/>
    <ds:schemaRef ds:uri="http://schemas.microsoft.com/office/infopath/2007/PartnerControls"/>
    <ds:schemaRef ds:uri="c0216e93-ed85-499d-afc8-42f3c08d2a35"/>
    <ds:schemaRef ds:uri="http://purl.org/dc/terms/"/>
    <ds:schemaRef ds:uri="http://schemas.openxmlformats.org/package/2006/metadata/core-properties"/>
    <ds:schemaRef ds:uri="2595f015-2f22-494f-9b3c-8a4036cde26d"/>
    <ds:schemaRef ds:uri="http://purl.org/dc/dcmitype/"/>
  </ds:schemaRefs>
</ds:datastoreItem>
</file>

<file path=customXml/itemProps3.xml><?xml version="1.0" encoding="utf-8"?>
<ds:datastoreItem xmlns:ds="http://schemas.openxmlformats.org/officeDocument/2006/customXml" ds:itemID="{70D470F9-C18E-42C6-9C0E-86E5A1542B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216e93-ed85-499d-afc8-42f3c08d2a35"/>
    <ds:schemaRef ds:uri="2595f015-2f22-494f-9b3c-8a4036cde2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7426</TotalTime>
  <Words>817</Words>
  <Application>Microsoft Office PowerPoint</Application>
  <PresentationFormat>Widescreen</PresentationFormat>
  <Paragraphs>144</Paragraphs>
  <Slides>18</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Calibri</vt:lpstr>
      <vt:lpstr>Calibri Light</vt:lpstr>
      <vt:lpstr>Symbol</vt:lpstr>
      <vt:lpstr>Office Theme</vt:lpstr>
      <vt:lpstr>AERO62520 Robotic Systems Design Project  Design Requirements Analysis</vt:lpstr>
      <vt:lpstr>Design Requirements Process</vt:lpstr>
      <vt:lpstr>Stakeholder Engagement</vt:lpstr>
      <vt:lpstr>Example Template</vt:lpstr>
      <vt:lpstr>Problem Statement</vt:lpstr>
      <vt:lpstr>Example Problem Statement</vt:lpstr>
      <vt:lpstr>Concept of Operations (CONOPS)</vt:lpstr>
      <vt:lpstr>CONOPs Example</vt:lpstr>
      <vt:lpstr>CONOPs Example</vt:lpstr>
      <vt:lpstr>Functional Requirements</vt:lpstr>
      <vt:lpstr>Functional Requirements Example</vt:lpstr>
      <vt:lpstr>Performance Requirements</vt:lpstr>
      <vt:lpstr>Performance Requirements Example</vt:lpstr>
      <vt:lpstr>Requirements Verification Matrix</vt:lpstr>
      <vt:lpstr>RVM Example</vt:lpstr>
      <vt:lpstr>Importance of Details</vt:lpstr>
      <vt:lpstr>Performance Requirements In Detail</vt:lpstr>
      <vt:lpstr>Design Requirements Analysis Coursework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AERO62520 Robotic Systems Design Project</dc:title>
  <dc:creator>Simon Watson</dc:creator>
  <cp:lastModifiedBy>Simon Watson</cp:lastModifiedBy>
  <cp:revision>2</cp:revision>
  <dcterms:created xsi:type="dcterms:W3CDTF">2023-08-31T08:27:43Z</dcterms:created>
  <dcterms:modified xsi:type="dcterms:W3CDTF">2025-10-14T07:56:21Z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0x01010098F3D68DDA5C3A4F8AB720D6581680C0</vt:lpwstr>
  </property>
  <property fmtid="{D5CDD505-2E9C-101B-9397-08002B2CF9AE}" pid="3" name="MediaServiceImageTags">
    <vt:lpwstr/>
  </property>
</Properties>
</file>